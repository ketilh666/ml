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5"/>
    <p:sldMasterId id="2147483675" r:id="rId6"/>
    <p:sldMasterId id="2147483676" r:id="rId7"/>
  </p:sldMasterIdLst>
  <p:notesMasterIdLst>
    <p:notesMasterId r:id="rId32"/>
  </p:notesMasterIdLst>
  <p:handoutMasterIdLst>
    <p:handoutMasterId r:id="rId33"/>
  </p:handoutMasterIdLst>
  <p:sldIdLst>
    <p:sldId id="256" r:id="rId8"/>
    <p:sldId id="284" r:id="rId9"/>
    <p:sldId id="265" r:id="rId10"/>
    <p:sldId id="286" r:id="rId11"/>
    <p:sldId id="277" r:id="rId12"/>
    <p:sldId id="285" r:id="rId13"/>
    <p:sldId id="2134804303" r:id="rId14"/>
    <p:sldId id="290" r:id="rId15"/>
    <p:sldId id="2134804313" r:id="rId16"/>
    <p:sldId id="2134804307" r:id="rId17"/>
    <p:sldId id="2134804321" r:id="rId18"/>
    <p:sldId id="2134804309" r:id="rId19"/>
    <p:sldId id="2134804308" r:id="rId20"/>
    <p:sldId id="2134804311" r:id="rId21"/>
    <p:sldId id="2134804317" r:id="rId22"/>
    <p:sldId id="2134804318" r:id="rId23"/>
    <p:sldId id="2134804319" r:id="rId24"/>
    <p:sldId id="2134804315" r:id="rId25"/>
    <p:sldId id="2134804314" r:id="rId26"/>
    <p:sldId id="2134804324" r:id="rId27"/>
    <p:sldId id="2134804325" r:id="rId28"/>
    <p:sldId id="2134804312" r:id="rId29"/>
    <p:sldId id="2134804322" r:id="rId30"/>
    <p:sldId id="2134804323" r:id="rId31"/>
  </p:sldIdLst>
  <p:sldSz cx="12192000" cy="6858000"/>
  <p:notesSz cx="6858000" cy="9144000"/>
  <p:embeddedFontLst>
    <p:embeddedFont>
      <p:font typeface="Calibri" panose="020F0502020204030204" pitchFamily="34" charset="0"/>
      <p:regular r:id="rId34"/>
      <p:bold r:id="rId35"/>
      <p:italic r:id="rId36"/>
      <p:boldItalic r:id="rId37"/>
    </p:embeddedFont>
    <p:embeddedFont>
      <p:font typeface="Equinor" panose="020B0604020202020204" charset="0"/>
      <p:regular r:id="rId38"/>
      <p:bold r:id="rId39"/>
      <p:italic r:id="rId40"/>
      <p:boldItalic r:id="rId41"/>
    </p:embeddedFont>
    <p:embeddedFont>
      <p:font typeface="Equinor Light" panose="020B0604020202020204" charset="0"/>
      <p:regular r:id="rId42"/>
      <p:bold r:id="rId43"/>
      <p:italic r:id="rId44"/>
      <p:boldItalic r:id="rId45"/>
    </p:embeddedFont>
    <p:embeddedFont>
      <p:font typeface="Equinor Medium" panose="020B0604020202020204" charset="0"/>
      <p:regular r:id="rId46"/>
      <p:bold r:id="rId47"/>
      <p:italic r:id="rId48"/>
      <p:boldItalic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a:srgbClr val="FF1243"/>
    <a:srgbClr val="007079"/>
    <a:srgbClr val="F2FCF5"/>
    <a:srgbClr val="E6FAEC"/>
    <a:srgbClr val="B2D4D7"/>
    <a:srgbClr val="7FB7BC"/>
    <a:srgbClr val="4C9BA1"/>
    <a:srgbClr val="EAF4F9"/>
    <a:srgbClr val="D5EA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01E938-F1A2-4FF7-BCB0-B7EFBD5BDC35}" v="83" dt="2021-03-16T09:25:34.1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854" y="1734"/>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font" Target="fonts/font6.fntdata"/><Relationship Id="rId21" Type="http://schemas.openxmlformats.org/officeDocument/2006/relationships/slide" Target="slides/slide14.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handoutMaster" Target="handoutMasters/handoutMaster1.xml"/><Relationship Id="rId38" Type="http://schemas.openxmlformats.org/officeDocument/2006/relationships/font" Target="fonts/font5.fntdata"/><Relationship Id="rId46" Type="http://schemas.openxmlformats.org/officeDocument/2006/relationships/font" Target="fonts/font13.fntdata"/><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font" Target="fonts/font8.fntdata"/><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font" Target="fonts/font3.fntdata"/><Relationship Id="rId49" Type="http://schemas.openxmlformats.org/officeDocument/2006/relationships/font" Target="fonts/font16.fntdata"/><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font" Target="fonts/font11.fntdata"/><Relationship Id="rId52"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8" Type="http://schemas.openxmlformats.org/officeDocument/2006/relationships/slide" Target="slides/slide1.xml"/><Relationship Id="rId51" Type="http://schemas.openxmlformats.org/officeDocument/2006/relationships/viewProps" Target="viewProps.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til Hokstad" userId="ee9d68b1-d839-45f8-acab-6d25592eadbe" providerId="ADAL" clId="{C701E938-F1A2-4FF7-BCB0-B7EFBD5BDC35}"/>
    <pc:docChg chg="undo custSel addSld delSld modSld sldOrd">
      <pc:chgData name="Ketil Hokstad" userId="ee9d68b1-d839-45f8-acab-6d25592eadbe" providerId="ADAL" clId="{C701E938-F1A2-4FF7-BCB0-B7EFBD5BDC35}" dt="2021-03-16T09:41:33.191" v="4322"/>
      <pc:docMkLst>
        <pc:docMk/>
      </pc:docMkLst>
      <pc:sldChg chg="modSp mod">
        <pc:chgData name="Ketil Hokstad" userId="ee9d68b1-d839-45f8-acab-6d25592eadbe" providerId="ADAL" clId="{C701E938-F1A2-4FF7-BCB0-B7EFBD5BDC35}" dt="2021-03-15T16:12:39.880" v="1999" actId="20577"/>
        <pc:sldMkLst>
          <pc:docMk/>
          <pc:sldMk cId="4007871920" sldId="256"/>
        </pc:sldMkLst>
        <pc:spChg chg="mod">
          <ac:chgData name="Ketil Hokstad" userId="ee9d68b1-d839-45f8-acab-6d25592eadbe" providerId="ADAL" clId="{C701E938-F1A2-4FF7-BCB0-B7EFBD5BDC35}" dt="2021-03-15T09:38:37.226" v="13" actId="14100"/>
          <ac:spMkLst>
            <pc:docMk/>
            <pc:sldMk cId="4007871920" sldId="256"/>
            <ac:spMk id="2" creationId="{6485A2D5-8E0C-4CE7-B66B-85030A5E4831}"/>
          </ac:spMkLst>
        </pc:spChg>
        <pc:spChg chg="mod">
          <ac:chgData name="Ketil Hokstad" userId="ee9d68b1-d839-45f8-acab-6d25592eadbe" providerId="ADAL" clId="{C701E938-F1A2-4FF7-BCB0-B7EFBD5BDC35}" dt="2021-03-15T16:12:39.880" v="1999" actId="20577"/>
          <ac:spMkLst>
            <pc:docMk/>
            <pc:sldMk cId="4007871920" sldId="256"/>
            <ac:spMk id="3" creationId="{1202B5F4-B7FD-43A5-8728-5F00963B0520}"/>
          </ac:spMkLst>
        </pc:spChg>
      </pc:sldChg>
      <pc:sldChg chg="del">
        <pc:chgData name="Ketil Hokstad" userId="ee9d68b1-d839-45f8-acab-6d25592eadbe" providerId="ADAL" clId="{C701E938-F1A2-4FF7-BCB0-B7EFBD5BDC35}" dt="2021-03-16T08:49:34.496" v="3243" actId="2696"/>
        <pc:sldMkLst>
          <pc:docMk/>
          <pc:sldMk cId="1761143685" sldId="275"/>
        </pc:sldMkLst>
      </pc:sldChg>
      <pc:sldChg chg="del">
        <pc:chgData name="Ketil Hokstad" userId="ee9d68b1-d839-45f8-acab-6d25592eadbe" providerId="ADAL" clId="{C701E938-F1A2-4FF7-BCB0-B7EFBD5BDC35}" dt="2021-03-16T08:49:34.496" v="3243" actId="2696"/>
        <pc:sldMkLst>
          <pc:docMk/>
          <pc:sldMk cId="1301544202" sldId="281"/>
        </pc:sldMkLst>
      </pc:sldChg>
      <pc:sldChg chg="del">
        <pc:chgData name="Ketil Hokstad" userId="ee9d68b1-d839-45f8-acab-6d25592eadbe" providerId="ADAL" clId="{C701E938-F1A2-4FF7-BCB0-B7EFBD5BDC35}" dt="2021-03-16T08:49:34.496" v="3243" actId="2696"/>
        <pc:sldMkLst>
          <pc:docMk/>
          <pc:sldMk cId="3042239972" sldId="282"/>
        </pc:sldMkLst>
      </pc:sldChg>
      <pc:sldChg chg="del">
        <pc:chgData name="Ketil Hokstad" userId="ee9d68b1-d839-45f8-acab-6d25592eadbe" providerId="ADAL" clId="{C701E938-F1A2-4FF7-BCB0-B7EFBD5BDC35}" dt="2021-03-16T08:49:34.496" v="3243" actId="2696"/>
        <pc:sldMkLst>
          <pc:docMk/>
          <pc:sldMk cId="327139678" sldId="283"/>
        </pc:sldMkLst>
      </pc:sldChg>
      <pc:sldChg chg="del">
        <pc:chgData name="Ketil Hokstad" userId="ee9d68b1-d839-45f8-acab-6d25592eadbe" providerId="ADAL" clId="{C701E938-F1A2-4FF7-BCB0-B7EFBD5BDC35}" dt="2021-03-16T08:49:34.496" v="3243" actId="2696"/>
        <pc:sldMkLst>
          <pc:docMk/>
          <pc:sldMk cId="1402834830" sldId="287"/>
        </pc:sldMkLst>
      </pc:sldChg>
      <pc:sldChg chg="del">
        <pc:chgData name="Ketil Hokstad" userId="ee9d68b1-d839-45f8-acab-6d25592eadbe" providerId="ADAL" clId="{C701E938-F1A2-4FF7-BCB0-B7EFBD5BDC35}" dt="2021-03-16T08:49:34.496" v="3243" actId="2696"/>
        <pc:sldMkLst>
          <pc:docMk/>
          <pc:sldMk cId="723161147" sldId="288"/>
        </pc:sldMkLst>
      </pc:sldChg>
      <pc:sldChg chg="del">
        <pc:chgData name="Ketil Hokstad" userId="ee9d68b1-d839-45f8-acab-6d25592eadbe" providerId="ADAL" clId="{C701E938-F1A2-4FF7-BCB0-B7EFBD5BDC35}" dt="2021-03-16T08:49:34.496" v="3243" actId="2696"/>
        <pc:sldMkLst>
          <pc:docMk/>
          <pc:sldMk cId="2205572951" sldId="289"/>
        </pc:sldMkLst>
      </pc:sldChg>
      <pc:sldChg chg="addSp delSp modSp mod">
        <pc:chgData name="Ketil Hokstad" userId="ee9d68b1-d839-45f8-acab-6d25592eadbe" providerId="ADAL" clId="{C701E938-F1A2-4FF7-BCB0-B7EFBD5BDC35}" dt="2021-03-15T15:54:09.966" v="1721" actId="167"/>
        <pc:sldMkLst>
          <pc:docMk/>
          <pc:sldMk cId="1154999176" sldId="290"/>
        </pc:sldMkLst>
        <pc:spChg chg="mod">
          <ac:chgData name="Ketil Hokstad" userId="ee9d68b1-d839-45f8-acab-6d25592eadbe" providerId="ADAL" clId="{C701E938-F1A2-4FF7-BCB0-B7EFBD5BDC35}" dt="2021-03-15T15:53:55.341" v="1720" actId="20577"/>
          <ac:spMkLst>
            <pc:docMk/>
            <pc:sldMk cId="1154999176" sldId="290"/>
            <ac:spMk id="2" creationId="{A637C0E3-6401-405A-AE04-CD267C70DA21}"/>
          </ac:spMkLst>
        </pc:spChg>
        <pc:spChg chg="mod">
          <ac:chgData name="Ketil Hokstad" userId="ee9d68b1-d839-45f8-acab-6d25592eadbe" providerId="ADAL" clId="{C701E938-F1A2-4FF7-BCB0-B7EFBD5BDC35}" dt="2021-03-15T14:58:23.640" v="35" actId="1076"/>
          <ac:spMkLst>
            <pc:docMk/>
            <pc:sldMk cId="1154999176" sldId="290"/>
            <ac:spMk id="11" creationId="{BBF2870D-996F-4B71-8BA6-D594005A6761}"/>
          </ac:spMkLst>
        </pc:spChg>
        <pc:picChg chg="del">
          <ac:chgData name="Ketil Hokstad" userId="ee9d68b1-d839-45f8-acab-6d25592eadbe" providerId="ADAL" clId="{C701E938-F1A2-4FF7-BCB0-B7EFBD5BDC35}" dt="2021-03-15T14:56:45.028" v="14" actId="21"/>
          <ac:picMkLst>
            <pc:docMk/>
            <pc:sldMk cId="1154999176" sldId="290"/>
            <ac:picMk id="4" creationId="{CB293F3B-DF50-4CFF-8D1D-477258249B7F}"/>
          </ac:picMkLst>
        </pc:picChg>
        <pc:picChg chg="ord">
          <ac:chgData name="Ketil Hokstad" userId="ee9d68b1-d839-45f8-acab-6d25592eadbe" providerId="ADAL" clId="{C701E938-F1A2-4FF7-BCB0-B7EFBD5BDC35}" dt="2021-03-15T15:54:09.966" v="1721" actId="167"/>
          <ac:picMkLst>
            <pc:docMk/>
            <pc:sldMk cId="1154999176" sldId="290"/>
            <ac:picMk id="7" creationId="{95A5636A-D065-49CE-9329-DB4AFE21F9AE}"/>
          </ac:picMkLst>
        </pc:picChg>
        <pc:picChg chg="add mod ord modCrop">
          <ac:chgData name="Ketil Hokstad" userId="ee9d68b1-d839-45f8-acab-6d25592eadbe" providerId="ADAL" clId="{C701E938-F1A2-4FF7-BCB0-B7EFBD5BDC35}" dt="2021-03-15T14:59:41.997" v="51" actId="1038"/>
          <ac:picMkLst>
            <pc:docMk/>
            <pc:sldMk cId="1154999176" sldId="290"/>
            <ac:picMk id="13" creationId="{4589D510-9C26-4323-9B71-BF7C69689EB6}"/>
          </ac:picMkLst>
        </pc:picChg>
        <pc:picChg chg="add del mod">
          <ac:chgData name="Ketil Hokstad" userId="ee9d68b1-d839-45f8-acab-6d25592eadbe" providerId="ADAL" clId="{C701E938-F1A2-4FF7-BCB0-B7EFBD5BDC35}" dt="2021-03-15T14:59:49.743" v="53"/>
          <ac:picMkLst>
            <pc:docMk/>
            <pc:sldMk cId="1154999176" sldId="290"/>
            <ac:picMk id="14" creationId="{E721E4D5-E21F-4855-9B75-0B473D71340D}"/>
          </ac:picMkLst>
        </pc:picChg>
      </pc:sldChg>
      <pc:sldChg chg="del">
        <pc:chgData name="Ketil Hokstad" userId="ee9d68b1-d839-45f8-acab-6d25592eadbe" providerId="ADAL" clId="{C701E938-F1A2-4FF7-BCB0-B7EFBD5BDC35}" dt="2021-03-16T08:49:34.496" v="3243" actId="2696"/>
        <pc:sldMkLst>
          <pc:docMk/>
          <pc:sldMk cId="393794404" sldId="291"/>
        </pc:sldMkLst>
      </pc:sldChg>
      <pc:sldChg chg="del">
        <pc:chgData name="Ketil Hokstad" userId="ee9d68b1-d839-45f8-acab-6d25592eadbe" providerId="ADAL" clId="{C701E938-F1A2-4FF7-BCB0-B7EFBD5BDC35}" dt="2021-03-16T08:49:34.496" v="3243" actId="2696"/>
        <pc:sldMkLst>
          <pc:docMk/>
          <pc:sldMk cId="284171950" sldId="293"/>
        </pc:sldMkLst>
      </pc:sldChg>
      <pc:sldChg chg="del">
        <pc:chgData name="Ketil Hokstad" userId="ee9d68b1-d839-45f8-acab-6d25592eadbe" providerId="ADAL" clId="{C701E938-F1A2-4FF7-BCB0-B7EFBD5BDC35}" dt="2021-03-16T08:49:34.496" v="3243" actId="2696"/>
        <pc:sldMkLst>
          <pc:docMk/>
          <pc:sldMk cId="1906198239" sldId="294"/>
        </pc:sldMkLst>
      </pc:sldChg>
      <pc:sldChg chg="del">
        <pc:chgData name="Ketil Hokstad" userId="ee9d68b1-d839-45f8-acab-6d25592eadbe" providerId="ADAL" clId="{C701E938-F1A2-4FF7-BCB0-B7EFBD5BDC35}" dt="2021-03-16T08:49:34.496" v="3243" actId="2696"/>
        <pc:sldMkLst>
          <pc:docMk/>
          <pc:sldMk cId="1359539577" sldId="296"/>
        </pc:sldMkLst>
      </pc:sldChg>
      <pc:sldChg chg="del">
        <pc:chgData name="Ketil Hokstad" userId="ee9d68b1-d839-45f8-acab-6d25592eadbe" providerId="ADAL" clId="{C701E938-F1A2-4FF7-BCB0-B7EFBD5BDC35}" dt="2021-03-16T08:49:34.496" v="3243" actId="2696"/>
        <pc:sldMkLst>
          <pc:docMk/>
          <pc:sldMk cId="4236694297" sldId="297"/>
        </pc:sldMkLst>
      </pc:sldChg>
      <pc:sldChg chg="del">
        <pc:chgData name="Ketil Hokstad" userId="ee9d68b1-d839-45f8-acab-6d25592eadbe" providerId="ADAL" clId="{C701E938-F1A2-4FF7-BCB0-B7EFBD5BDC35}" dt="2021-03-16T08:49:34.496" v="3243" actId="2696"/>
        <pc:sldMkLst>
          <pc:docMk/>
          <pc:sldMk cId="4192585760" sldId="298"/>
        </pc:sldMkLst>
      </pc:sldChg>
      <pc:sldChg chg="del">
        <pc:chgData name="Ketil Hokstad" userId="ee9d68b1-d839-45f8-acab-6d25592eadbe" providerId="ADAL" clId="{C701E938-F1A2-4FF7-BCB0-B7EFBD5BDC35}" dt="2021-03-16T08:49:34.496" v="3243" actId="2696"/>
        <pc:sldMkLst>
          <pc:docMk/>
          <pc:sldMk cId="2422526181" sldId="300"/>
        </pc:sldMkLst>
      </pc:sldChg>
      <pc:sldChg chg="del">
        <pc:chgData name="Ketil Hokstad" userId="ee9d68b1-d839-45f8-acab-6d25592eadbe" providerId="ADAL" clId="{C701E938-F1A2-4FF7-BCB0-B7EFBD5BDC35}" dt="2021-03-16T08:49:34.496" v="3243" actId="2696"/>
        <pc:sldMkLst>
          <pc:docMk/>
          <pc:sldMk cId="789915709" sldId="301"/>
        </pc:sldMkLst>
      </pc:sldChg>
      <pc:sldChg chg="del">
        <pc:chgData name="Ketil Hokstad" userId="ee9d68b1-d839-45f8-acab-6d25592eadbe" providerId="ADAL" clId="{C701E938-F1A2-4FF7-BCB0-B7EFBD5BDC35}" dt="2021-03-16T08:49:34.496" v="3243" actId="2696"/>
        <pc:sldMkLst>
          <pc:docMk/>
          <pc:sldMk cId="3763488508" sldId="303"/>
        </pc:sldMkLst>
      </pc:sldChg>
      <pc:sldChg chg="ord">
        <pc:chgData name="Ketil Hokstad" userId="ee9d68b1-d839-45f8-acab-6d25592eadbe" providerId="ADAL" clId="{C701E938-F1A2-4FF7-BCB0-B7EFBD5BDC35}" dt="2021-03-15T15:38:00.551" v="1370"/>
        <pc:sldMkLst>
          <pc:docMk/>
          <pc:sldMk cId="1664631687" sldId="2134804303"/>
        </pc:sldMkLst>
      </pc:sldChg>
      <pc:sldChg chg="del">
        <pc:chgData name="Ketil Hokstad" userId="ee9d68b1-d839-45f8-acab-6d25592eadbe" providerId="ADAL" clId="{C701E938-F1A2-4FF7-BCB0-B7EFBD5BDC35}" dt="2021-03-16T08:49:34.496" v="3243" actId="2696"/>
        <pc:sldMkLst>
          <pc:docMk/>
          <pc:sldMk cId="2479038394" sldId="2134804304"/>
        </pc:sldMkLst>
      </pc:sldChg>
      <pc:sldChg chg="modSp new del mod">
        <pc:chgData name="Ketil Hokstad" userId="ee9d68b1-d839-45f8-acab-6d25592eadbe" providerId="ADAL" clId="{C701E938-F1A2-4FF7-BCB0-B7EFBD5BDC35}" dt="2021-03-16T08:49:34.496" v="3243" actId="2696"/>
        <pc:sldMkLst>
          <pc:docMk/>
          <pc:sldMk cId="3952498156" sldId="2134804305"/>
        </pc:sldMkLst>
        <pc:spChg chg="mod">
          <ac:chgData name="Ketil Hokstad" userId="ee9d68b1-d839-45f8-acab-6d25592eadbe" providerId="ADAL" clId="{C701E938-F1A2-4FF7-BCB0-B7EFBD5BDC35}" dt="2021-03-15T14:57:14.400" v="27" actId="207"/>
          <ac:spMkLst>
            <pc:docMk/>
            <pc:sldMk cId="3952498156" sldId="2134804305"/>
            <ac:spMk id="2" creationId="{8DCACB4E-AC1B-4927-B547-718737CDDEDF}"/>
          </ac:spMkLst>
        </pc:spChg>
      </pc:sldChg>
      <pc:sldChg chg="delSp add del mod">
        <pc:chgData name="Ketil Hokstad" userId="ee9d68b1-d839-45f8-acab-6d25592eadbe" providerId="ADAL" clId="{C701E938-F1A2-4FF7-BCB0-B7EFBD5BDC35}" dt="2021-03-15T15:02:52.679" v="144" actId="2696"/>
        <pc:sldMkLst>
          <pc:docMk/>
          <pc:sldMk cId="939483786" sldId="2134804306"/>
        </pc:sldMkLst>
        <pc:picChg chg="del">
          <ac:chgData name="Ketil Hokstad" userId="ee9d68b1-d839-45f8-acab-6d25592eadbe" providerId="ADAL" clId="{C701E938-F1A2-4FF7-BCB0-B7EFBD5BDC35}" dt="2021-03-15T15:00:01.199" v="56" actId="21"/>
          <ac:picMkLst>
            <pc:docMk/>
            <pc:sldMk cId="939483786" sldId="2134804306"/>
            <ac:picMk id="9" creationId="{493F4250-3F31-4E22-94B8-E0F4201F0324}"/>
          </ac:picMkLst>
        </pc:picChg>
      </pc:sldChg>
      <pc:sldChg chg="addSp delSp modSp add mod modTransition">
        <pc:chgData name="Ketil Hokstad" userId="ee9d68b1-d839-45f8-acab-6d25592eadbe" providerId="ADAL" clId="{C701E938-F1A2-4FF7-BCB0-B7EFBD5BDC35}" dt="2021-03-16T09:24:02.265" v="4316"/>
        <pc:sldMkLst>
          <pc:docMk/>
          <pc:sldMk cId="1287863195" sldId="2134804307"/>
        </pc:sldMkLst>
        <pc:spChg chg="mod">
          <ac:chgData name="Ketil Hokstad" userId="ee9d68b1-d839-45f8-acab-6d25592eadbe" providerId="ADAL" clId="{C701E938-F1A2-4FF7-BCB0-B7EFBD5BDC35}" dt="2021-03-15T15:02:10.889" v="89" actId="20577"/>
          <ac:spMkLst>
            <pc:docMk/>
            <pc:sldMk cId="1287863195" sldId="2134804307"/>
            <ac:spMk id="2" creationId="{A637C0E3-6401-405A-AE04-CD267C70DA21}"/>
          </ac:spMkLst>
        </pc:spChg>
        <pc:spChg chg="add mod">
          <ac:chgData name="Ketil Hokstad" userId="ee9d68b1-d839-45f8-acab-6d25592eadbe" providerId="ADAL" clId="{C701E938-F1A2-4FF7-BCB0-B7EFBD5BDC35}" dt="2021-03-15T15:05:56.461" v="200" actId="20577"/>
          <ac:spMkLst>
            <pc:docMk/>
            <pc:sldMk cId="1287863195" sldId="2134804307"/>
            <ac:spMk id="10" creationId="{DE4002B3-EFFA-4F68-9BFB-71F6B0FF105E}"/>
          </ac:spMkLst>
        </pc:spChg>
        <pc:picChg chg="add del mod">
          <ac:chgData name="Ketil Hokstad" userId="ee9d68b1-d839-45f8-acab-6d25592eadbe" providerId="ADAL" clId="{C701E938-F1A2-4FF7-BCB0-B7EFBD5BDC35}" dt="2021-03-15T15:00:56.192" v="59"/>
          <ac:picMkLst>
            <pc:docMk/>
            <pc:sldMk cId="1287863195" sldId="2134804307"/>
            <ac:picMk id="4" creationId="{591F1E4A-A726-4E7F-8287-50355248518A}"/>
          </ac:picMkLst>
        </pc:picChg>
        <pc:picChg chg="add del mod">
          <ac:chgData name="Ketil Hokstad" userId="ee9d68b1-d839-45f8-acab-6d25592eadbe" providerId="ADAL" clId="{C701E938-F1A2-4FF7-BCB0-B7EFBD5BDC35}" dt="2021-03-15T15:02:21.417" v="90" actId="21"/>
          <ac:picMkLst>
            <pc:docMk/>
            <pc:sldMk cId="1287863195" sldId="2134804307"/>
            <ac:picMk id="6" creationId="{D8ACA980-E4E5-4CF3-8C4D-BCEFBE9FE3C8}"/>
          </ac:picMkLst>
        </pc:picChg>
        <pc:picChg chg="add mod">
          <ac:chgData name="Ketil Hokstad" userId="ee9d68b1-d839-45f8-acab-6d25592eadbe" providerId="ADAL" clId="{C701E938-F1A2-4FF7-BCB0-B7EFBD5BDC35}" dt="2021-03-15T15:02:35.418" v="141" actId="1076"/>
          <ac:picMkLst>
            <pc:docMk/>
            <pc:sldMk cId="1287863195" sldId="2134804307"/>
            <ac:picMk id="8" creationId="{A28996B8-F499-4778-ACE7-EB7927BAC4C2}"/>
          </ac:picMkLst>
        </pc:picChg>
        <pc:picChg chg="del">
          <ac:chgData name="Ketil Hokstad" userId="ee9d68b1-d839-45f8-acab-6d25592eadbe" providerId="ADAL" clId="{C701E938-F1A2-4FF7-BCB0-B7EFBD5BDC35}" dt="2021-03-15T15:00:03.858" v="57" actId="21"/>
          <ac:picMkLst>
            <pc:docMk/>
            <pc:sldMk cId="1287863195" sldId="2134804307"/>
            <ac:picMk id="9" creationId="{493F4250-3F31-4E22-94B8-E0F4201F0324}"/>
          </ac:picMkLst>
        </pc:picChg>
      </pc:sldChg>
      <pc:sldChg chg="addSp delSp modSp add mod modTransition">
        <pc:chgData name="Ketil Hokstad" userId="ee9d68b1-d839-45f8-acab-6d25592eadbe" providerId="ADAL" clId="{C701E938-F1A2-4FF7-BCB0-B7EFBD5BDC35}" dt="2021-03-16T09:24:39.671" v="4318"/>
        <pc:sldMkLst>
          <pc:docMk/>
          <pc:sldMk cId="354942736" sldId="2134804308"/>
        </pc:sldMkLst>
        <pc:spChg chg="mod">
          <ac:chgData name="Ketil Hokstad" userId="ee9d68b1-d839-45f8-acab-6d25592eadbe" providerId="ADAL" clId="{C701E938-F1A2-4FF7-BCB0-B7EFBD5BDC35}" dt="2021-03-15T15:06:57.466" v="236" actId="20577"/>
          <ac:spMkLst>
            <pc:docMk/>
            <pc:sldMk cId="354942736" sldId="2134804308"/>
            <ac:spMk id="2" creationId="{A637C0E3-6401-405A-AE04-CD267C70DA21}"/>
          </ac:spMkLst>
        </pc:spChg>
        <pc:spChg chg="del">
          <ac:chgData name="Ketil Hokstad" userId="ee9d68b1-d839-45f8-acab-6d25592eadbe" providerId="ADAL" clId="{C701E938-F1A2-4FF7-BCB0-B7EFBD5BDC35}" dt="2021-03-15T15:06:37.930" v="205" actId="21"/>
          <ac:spMkLst>
            <pc:docMk/>
            <pc:sldMk cId="354942736" sldId="2134804308"/>
            <ac:spMk id="10" creationId="{DE4002B3-EFFA-4F68-9BFB-71F6B0FF105E}"/>
          </ac:spMkLst>
        </pc:spChg>
        <pc:picChg chg="add mod">
          <ac:chgData name="Ketil Hokstad" userId="ee9d68b1-d839-45f8-acab-6d25592eadbe" providerId="ADAL" clId="{C701E938-F1A2-4FF7-BCB0-B7EFBD5BDC35}" dt="2021-03-15T15:06:31.162" v="204" actId="1076"/>
          <ac:picMkLst>
            <pc:docMk/>
            <pc:sldMk cId="354942736" sldId="2134804308"/>
            <ac:picMk id="4" creationId="{968B3C3D-FA63-49AA-A3C3-77BB7209E12E}"/>
          </ac:picMkLst>
        </pc:picChg>
        <pc:picChg chg="del">
          <ac:chgData name="Ketil Hokstad" userId="ee9d68b1-d839-45f8-acab-6d25592eadbe" providerId="ADAL" clId="{C701E938-F1A2-4FF7-BCB0-B7EFBD5BDC35}" dt="2021-03-15T15:06:15.726" v="202" actId="21"/>
          <ac:picMkLst>
            <pc:docMk/>
            <pc:sldMk cId="354942736" sldId="2134804308"/>
            <ac:picMk id="8" creationId="{A28996B8-F499-4778-ACE7-EB7927BAC4C2}"/>
          </ac:picMkLst>
        </pc:picChg>
      </pc:sldChg>
      <pc:sldChg chg="addSp delSp modSp new mod modTransition">
        <pc:chgData name="Ketil Hokstad" userId="ee9d68b1-d839-45f8-acab-6d25592eadbe" providerId="ADAL" clId="{C701E938-F1A2-4FF7-BCB0-B7EFBD5BDC35}" dt="2021-03-16T09:25:34.175" v="4319"/>
        <pc:sldMkLst>
          <pc:docMk/>
          <pc:sldMk cId="3341545920" sldId="2134804309"/>
        </pc:sldMkLst>
        <pc:spChg chg="del">
          <ac:chgData name="Ketil Hokstad" userId="ee9d68b1-d839-45f8-acab-6d25592eadbe" providerId="ADAL" clId="{C701E938-F1A2-4FF7-BCB0-B7EFBD5BDC35}" dt="2021-03-15T15:10:27.747" v="245"/>
          <ac:spMkLst>
            <pc:docMk/>
            <pc:sldMk cId="3341545920" sldId="2134804309"/>
            <ac:spMk id="2" creationId="{017ADA49-B51C-4DE7-A5F3-925F98CCD536}"/>
          </ac:spMkLst>
        </pc:spChg>
        <pc:spChg chg="mod">
          <ac:chgData name="Ketil Hokstad" userId="ee9d68b1-d839-45f8-acab-6d25592eadbe" providerId="ADAL" clId="{C701E938-F1A2-4FF7-BCB0-B7EFBD5BDC35}" dt="2021-03-15T15:10:27.747" v="245"/>
          <ac:spMkLst>
            <pc:docMk/>
            <pc:sldMk cId="3341545920" sldId="2134804309"/>
            <ac:spMk id="3" creationId="{8ED79976-8A04-4346-B38D-D3D7E26EB5AF}"/>
          </ac:spMkLst>
        </pc:spChg>
        <pc:spChg chg="add mod">
          <ac:chgData name="Ketil Hokstad" userId="ee9d68b1-d839-45f8-acab-6d25592eadbe" providerId="ADAL" clId="{C701E938-F1A2-4FF7-BCB0-B7EFBD5BDC35}" dt="2021-03-15T15:26:05.635" v="959" actId="1076"/>
          <ac:spMkLst>
            <pc:docMk/>
            <pc:sldMk cId="3341545920" sldId="2134804309"/>
            <ac:spMk id="29" creationId="{A0B69B36-C416-4D19-9F1F-4C136DCA64F9}"/>
          </ac:spMkLst>
        </pc:spChg>
        <pc:spChg chg="add mod">
          <ac:chgData name="Ketil Hokstad" userId="ee9d68b1-d839-45f8-acab-6d25592eadbe" providerId="ADAL" clId="{C701E938-F1A2-4FF7-BCB0-B7EFBD5BDC35}" dt="2021-03-15T15:27:29.590" v="1044" actId="20577"/>
          <ac:spMkLst>
            <pc:docMk/>
            <pc:sldMk cId="3341545920" sldId="2134804309"/>
            <ac:spMk id="30" creationId="{9FAE94FD-4716-431E-9233-53824E17A243}"/>
          </ac:spMkLst>
        </pc:spChg>
        <pc:picChg chg="add del mod">
          <ac:chgData name="Ketil Hokstad" userId="ee9d68b1-d839-45f8-acab-6d25592eadbe" providerId="ADAL" clId="{C701E938-F1A2-4FF7-BCB0-B7EFBD5BDC35}" dt="2021-03-15T15:10:43.746" v="246" actId="21"/>
          <ac:picMkLst>
            <pc:docMk/>
            <pc:sldMk cId="3341545920" sldId="2134804309"/>
            <ac:picMk id="5" creationId="{732CF26A-9ECE-44F6-A53C-E9B44865B2E1}"/>
          </ac:picMkLst>
        </pc:picChg>
        <pc:picChg chg="add del mod">
          <ac:chgData name="Ketil Hokstad" userId="ee9d68b1-d839-45f8-acab-6d25592eadbe" providerId="ADAL" clId="{C701E938-F1A2-4FF7-BCB0-B7EFBD5BDC35}" dt="2021-03-15T15:10:43.746" v="246" actId="21"/>
          <ac:picMkLst>
            <pc:docMk/>
            <pc:sldMk cId="3341545920" sldId="2134804309"/>
            <ac:picMk id="7" creationId="{4F8A3A83-6279-4DAF-95C3-BA1E9ADECEC2}"/>
          </ac:picMkLst>
        </pc:picChg>
        <pc:picChg chg="add del mod">
          <ac:chgData name="Ketil Hokstad" userId="ee9d68b1-d839-45f8-acab-6d25592eadbe" providerId="ADAL" clId="{C701E938-F1A2-4FF7-BCB0-B7EFBD5BDC35}" dt="2021-03-15T15:10:43.746" v="246" actId="21"/>
          <ac:picMkLst>
            <pc:docMk/>
            <pc:sldMk cId="3341545920" sldId="2134804309"/>
            <ac:picMk id="9" creationId="{C6ABC45B-8AA5-468B-B044-9E1605DC854D}"/>
          </ac:picMkLst>
        </pc:picChg>
        <pc:picChg chg="add mod ord modCrop">
          <ac:chgData name="Ketil Hokstad" userId="ee9d68b1-d839-45f8-acab-6d25592eadbe" providerId="ADAL" clId="{C701E938-F1A2-4FF7-BCB0-B7EFBD5BDC35}" dt="2021-03-15T15:21:49.654" v="873" actId="1037"/>
          <ac:picMkLst>
            <pc:docMk/>
            <pc:sldMk cId="3341545920" sldId="2134804309"/>
            <ac:picMk id="11" creationId="{7A490F3C-B156-465D-984F-5A74A8965BE5}"/>
          </ac:picMkLst>
        </pc:picChg>
        <pc:picChg chg="add mod ord modCrop">
          <ac:chgData name="Ketil Hokstad" userId="ee9d68b1-d839-45f8-acab-6d25592eadbe" providerId="ADAL" clId="{C701E938-F1A2-4FF7-BCB0-B7EFBD5BDC35}" dt="2021-03-15T15:21:49.654" v="873" actId="1037"/>
          <ac:picMkLst>
            <pc:docMk/>
            <pc:sldMk cId="3341545920" sldId="2134804309"/>
            <ac:picMk id="13" creationId="{1AFCA5B6-4219-47F1-B795-BAD118303923}"/>
          </ac:picMkLst>
        </pc:picChg>
        <pc:picChg chg="add mod">
          <ac:chgData name="Ketil Hokstad" userId="ee9d68b1-d839-45f8-acab-6d25592eadbe" providerId="ADAL" clId="{C701E938-F1A2-4FF7-BCB0-B7EFBD5BDC35}" dt="2021-03-15T15:21:49.654" v="873" actId="1037"/>
          <ac:picMkLst>
            <pc:docMk/>
            <pc:sldMk cId="3341545920" sldId="2134804309"/>
            <ac:picMk id="15" creationId="{53CCC3D4-6235-404B-A976-1CC972BEB9AA}"/>
          </ac:picMkLst>
        </pc:picChg>
        <pc:picChg chg="add mod ord">
          <ac:chgData name="Ketil Hokstad" userId="ee9d68b1-d839-45f8-acab-6d25592eadbe" providerId="ADAL" clId="{C701E938-F1A2-4FF7-BCB0-B7EFBD5BDC35}" dt="2021-03-15T15:21:49.654" v="873" actId="1037"/>
          <ac:picMkLst>
            <pc:docMk/>
            <pc:sldMk cId="3341545920" sldId="2134804309"/>
            <ac:picMk id="17" creationId="{ED8C3413-167F-4A08-A73F-F1A489C8A27C}"/>
          </ac:picMkLst>
        </pc:picChg>
        <pc:picChg chg="add mod modCrop">
          <ac:chgData name="Ketil Hokstad" userId="ee9d68b1-d839-45f8-acab-6d25592eadbe" providerId="ADAL" clId="{C701E938-F1A2-4FF7-BCB0-B7EFBD5BDC35}" dt="2021-03-15T15:21:49.654" v="873" actId="1037"/>
          <ac:picMkLst>
            <pc:docMk/>
            <pc:sldMk cId="3341545920" sldId="2134804309"/>
            <ac:picMk id="19" creationId="{9E7544F5-5D28-444E-9E06-6BF94D0E17C9}"/>
          </ac:picMkLst>
        </pc:picChg>
        <pc:picChg chg="add mod modCrop">
          <ac:chgData name="Ketil Hokstad" userId="ee9d68b1-d839-45f8-acab-6d25592eadbe" providerId="ADAL" clId="{C701E938-F1A2-4FF7-BCB0-B7EFBD5BDC35}" dt="2021-03-15T15:21:49.654" v="873" actId="1037"/>
          <ac:picMkLst>
            <pc:docMk/>
            <pc:sldMk cId="3341545920" sldId="2134804309"/>
            <ac:picMk id="21" creationId="{C52A5E28-4E0E-4EEB-9158-9C451728B792}"/>
          </ac:picMkLst>
        </pc:picChg>
        <pc:cxnChg chg="add mod">
          <ac:chgData name="Ketil Hokstad" userId="ee9d68b1-d839-45f8-acab-6d25592eadbe" providerId="ADAL" clId="{C701E938-F1A2-4FF7-BCB0-B7EFBD5BDC35}" dt="2021-03-15T15:23:30.347" v="888" actId="14100"/>
          <ac:cxnSpMkLst>
            <pc:docMk/>
            <pc:sldMk cId="3341545920" sldId="2134804309"/>
            <ac:cxnSpMk id="23" creationId="{37E3A0DB-082A-49A8-9D0E-4364F75A24D1}"/>
          </ac:cxnSpMkLst>
        </pc:cxnChg>
        <pc:cxnChg chg="add mod">
          <ac:chgData name="Ketil Hokstad" userId="ee9d68b1-d839-45f8-acab-6d25592eadbe" providerId="ADAL" clId="{C701E938-F1A2-4FF7-BCB0-B7EFBD5BDC35}" dt="2021-03-15T15:23:39.757" v="890" actId="1076"/>
          <ac:cxnSpMkLst>
            <pc:docMk/>
            <pc:sldMk cId="3341545920" sldId="2134804309"/>
            <ac:cxnSpMk id="28" creationId="{C0673B6D-69BA-472B-94C6-BA2BBA8D2795}"/>
          </ac:cxnSpMkLst>
        </pc:cxnChg>
      </pc:sldChg>
      <pc:sldChg chg="addSp delSp modSp new del mod">
        <pc:chgData name="Ketil Hokstad" userId="ee9d68b1-d839-45f8-acab-6d25592eadbe" providerId="ADAL" clId="{C701E938-F1A2-4FF7-BCB0-B7EFBD5BDC35}" dt="2021-03-15T15:37:06.331" v="1367" actId="2696"/>
        <pc:sldMkLst>
          <pc:docMk/>
          <pc:sldMk cId="640700843" sldId="2134804310"/>
        </pc:sldMkLst>
        <pc:spChg chg="mod">
          <ac:chgData name="Ketil Hokstad" userId="ee9d68b1-d839-45f8-acab-6d25592eadbe" providerId="ADAL" clId="{C701E938-F1A2-4FF7-BCB0-B7EFBD5BDC35}" dt="2021-03-15T15:36:17.165" v="1303"/>
          <ac:spMkLst>
            <pc:docMk/>
            <pc:sldMk cId="640700843" sldId="2134804310"/>
            <ac:spMk id="2" creationId="{AD017C21-5554-44E5-856E-827DAE09EC45}"/>
          </ac:spMkLst>
        </pc:spChg>
        <pc:spChg chg="add del mod">
          <ac:chgData name="Ketil Hokstad" userId="ee9d68b1-d839-45f8-acab-6d25592eadbe" providerId="ADAL" clId="{C701E938-F1A2-4FF7-BCB0-B7EFBD5BDC35}" dt="2021-03-15T15:36:17.165" v="1303"/>
          <ac:spMkLst>
            <pc:docMk/>
            <pc:sldMk cId="640700843" sldId="2134804310"/>
            <ac:spMk id="12" creationId="{C7EA4786-71A3-4E99-B11A-DE0518D18689}"/>
          </ac:spMkLst>
        </pc:spChg>
        <pc:spChg chg="add del mod">
          <ac:chgData name="Ketil Hokstad" userId="ee9d68b1-d839-45f8-acab-6d25592eadbe" providerId="ADAL" clId="{C701E938-F1A2-4FF7-BCB0-B7EFBD5BDC35}" dt="2021-03-15T15:35:54.643" v="1299"/>
          <ac:spMkLst>
            <pc:docMk/>
            <pc:sldMk cId="640700843" sldId="2134804310"/>
            <ac:spMk id="13" creationId="{1A2F5CC3-CCDA-4F63-BBA3-58B3C14E21CC}"/>
          </ac:spMkLst>
        </pc:spChg>
        <pc:picChg chg="add mod modCrop">
          <ac:chgData name="Ketil Hokstad" userId="ee9d68b1-d839-45f8-acab-6d25592eadbe" providerId="ADAL" clId="{C701E938-F1A2-4FF7-BCB0-B7EFBD5BDC35}" dt="2021-03-15T15:33:07.467" v="1116" actId="1037"/>
          <ac:picMkLst>
            <pc:docMk/>
            <pc:sldMk cId="640700843" sldId="2134804310"/>
            <ac:picMk id="4" creationId="{D441ED67-8193-4700-A3D8-5D433784F6B7}"/>
          </ac:picMkLst>
        </pc:picChg>
        <pc:picChg chg="add mod ord modCrop">
          <ac:chgData name="Ketil Hokstad" userId="ee9d68b1-d839-45f8-acab-6d25592eadbe" providerId="ADAL" clId="{C701E938-F1A2-4FF7-BCB0-B7EFBD5BDC35}" dt="2021-03-15T15:36:07.913" v="1302" actId="1036"/>
          <ac:picMkLst>
            <pc:docMk/>
            <pc:sldMk cId="640700843" sldId="2134804310"/>
            <ac:picMk id="6" creationId="{A15FA44F-4A28-41C0-B527-CAD940DC00D9}"/>
          </ac:picMkLst>
        </pc:picChg>
        <pc:picChg chg="add mod modCrop">
          <ac:chgData name="Ketil Hokstad" userId="ee9d68b1-d839-45f8-acab-6d25592eadbe" providerId="ADAL" clId="{C701E938-F1A2-4FF7-BCB0-B7EFBD5BDC35}" dt="2021-03-15T15:33:11.019" v="1124" actId="1038"/>
          <ac:picMkLst>
            <pc:docMk/>
            <pc:sldMk cId="640700843" sldId="2134804310"/>
            <ac:picMk id="8" creationId="{874AC8F7-6AEB-480A-BAA9-5B01FDD41AD3}"/>
          </ac:picMkLst>
        </pc:picChg>
        <pc:picChg chg="add mod">
          <ac:chgData name="Ketil Hokstad" userId="ee9d68b1-d839-45f8-acab-6d25592eadbe" providerId="ADAL" clId="{C701E938-F1A2-4FF7-BCB0-B7EFBD5BDC35}" dt="2021-03-15T15:34:53.772" v="1295" actId="1037"/>
          <ac:picMkLst>
            <pc:docMk/>
            <pc:sldMk cId="640700843" sldId="2134804310"/>
            <ac:picMk id="9" creationId="{F8C352EE-98E4-40B9-B4E1-CF0C8DF4F365}"/>
          </ac:picMkLst>
        </pc:picChg>
        <pc:picChg chg="add mod">
          <ac:chgData name="Ketil Hokstad" userId="ee9d68b1-d839-45f8-acab-6d25592eadbe" providerId="ADAL" clId="{C701E938-F1A2-4FF7-BCB0-B7EFBD5BDC35}" dt="2021-03-15T15:34:44.219" v="1199" actId="1038"/>
          <ac:picMkLst>
            <pc:docMk/>
            <pc:sldMk cId="640700843" sldId="2134804310"/>
            <ac:picMk id="10" creationId="{B78ED53B-E084-4B1F-9D3A-DE887D5235DF}"/>
          </ac:picMkLst>
        </pc:picChg>
        <pc:picChg chg="add mod ord">
          <ac:chgData name="Ketil Hokstad" userId="ee9d68b1-d839-45f8-acab-6d25592eadbe" providerId="ADAL" clId="{C701E938-F1A2-4FF7-BCB0-B7EFBD5BDC35}" dt="2021-03-15T15:34:38.326" v="1139" actId="167"/>
          <ac:picMkLst>
            <pc:docMk/>
            <pc:sldMk cId="640700843" sldId="2134804310"/>
            <ac:picMk id="11" creationId="{D2BD4358-153A-4098-B89D-93F255C21A09}"/>
          </ac:picMkLst>
        </pc:picChg>
      </pc:sldChg>
      <pc:sldChg chg="addSp delSp modSp new mod">
        <pc:chgData name="Ketil Hokstad" userId="ee9d68b1-d839-45f8-acab-6d25592eadbe" providerId="ADAL" clId="{C701E938-F1A2-4FF7-BCB0-B7EFBD5BDC35}" dt="2021-03-16T08:13:31.206" v="2070" actId="1076"/>
        <pc:sldMkLst>
          <pc:docMk/>
          <pc:sldMk cId="4259239864" sldId="2134804311"/>
        </pc:sldMkLst>
        <pc:spChg chg="mod">
          <ac:chgData name="Ketil Hokstad" userId="ee9d68b1-d839-45f8-acab-6d25592eadbe" providerId="ADAL" clId="{C701E938-F1A2-4FF7-BCB0-B7EFBD5BDC35}" dt="2021-03-15T15:36:26.336" v="1304"/>
          <ac:spMkLst>
            <pc:docMk/>
            <pc:sldMk cId="4259239864" sldId="2134804311"/>
            <ac:spMk id="2" creationId="{A096B791-F932-4F1A-9731-1EEF9BD2F8A9}"/>
          </ac:spMkLst>
        </pc:spChg>
        <pc:spChg chg="add mod">
          <ac:chgData name="Ketil Hokstad" userId="ee9d68b1-d839-45f8-acab-6d25592eadbe" providerId="ADAL" clId="{C701E938-F1A2-4FF7-BCB0-B7EFBD5BDC35}" dt="2021-03-15T15:37:00.316" v="1366" actId="1036"/>
          <ac:spMkLst>
            <pc:docMk/>
            <pc:sldMk cId="4259239864" sldId="2134804311"/>
            <ac:spMk id="9" creationId="{C46B99F9-D0E9-4E1C-AE60-35C9531322D3}"/>
          </ac:spMkLst>
        </pc:spChg>
        <pc:spChg chg="add mod">
          <ac:chgData name="Ketil Hokstad" userId="ee9d68b1-d839-45f8-acab-6d25592eadbe" providerId="ADAL" clId="{C701E938-F1A2-4FF7-BCB0-B7EFBD5BDC35}" dt="2021-03-16T08:13:31.206" v="2070" actId="1076"/>
          <ac:spMkLst>
            <pc:docMk/>
            <pc:sldMk cId="4259239864" sldId="2134804311"/>
            <ac:spMk id="16" creationId="{C0FAF9A7-8DCB-4082-A910-AA7E24F3CD6E}"/>
          </ac:spMkLst>
        </pc:spChg>
        <pc:picChg chg="add del mod">
          <ac:chgData name="Ketil Hokstad" userId="ee9d68b1-d839-45f8-acab-6d25592eadbe" providerId="ADAL" clId="{C701E938-F1A2-4FF7-BCB0-B7EFBD5BDC35}" dt="2021-03-15T15:34:15.902" v="1135" actId="21"/>
          <ac:picMkLst>
            <pc:docMk/>
            <pc:sldMk cId="4259239864" sldId="2134804311"/>
            <ac:picMk id="4" creationId="{3B5E990B-1B1F-42F7-8350-9396DD770461}"/>
          </ac:picMkLst>
        </pc:picChg>
        <pc:picChg chg="add del mod">
          <ac:chgData name="Ketil Hokstad" userId="ee9d68b1-d839-45f8-acab-6d25592eadbe" providerId="ADAL" clId="{C701E938-F1A2-4FF7-BCB0-B7EFBD5BDC35}" dt="2021-03-15T15:34:15.902" v="1135" actId="21"/>
          <ac:picMkLst>
            <pc:docMk/>
            <pc:sldMk cId="4259239864" sldId="2134804311"/>
            <ac:picMk id="6" creationId="{BCA40871-F5C0-4FBC-A2AF-A677CB77C019}"/>
          </ac:picMkLst>
        </pc:picChg>
        <pc:picChg chg="add del mod">
          <ac:chgData name="Ketil Hokstad" userId="ee9d68b1-d839-45f8-acab-6d25592eadbe" providerId="ADAL" clId="{C701E938-F1A2-4FF7-BCB0-B7EFBD5BDC35}" dt="2021-03-15T15:34:15.902" v="1135" actId="21"/>
          <ac:picMkLst>
            <pc:docMk/>
            <pc:sldMk cId="4259239864" sldId="2134804311"/>
            <ac:picMk id="8" creationId="{73A6C3E3-1EA4-46D1-91F9-1F5A89179D85}"/>
          </ac:picMkLst>
        </pc:picChg>
        <pc:picChg chg="add mod">
          <ac:chgData name="Ketil Hokstad" userId="ee9d68b1-d839-45f8-acab-6d25592eadbe" providerId="ADAL" clId="{C701E938-F1A2-4FF7-BCB0-B7EFBD5BDC35}" dt="2021-03-15T15:36:54.432" v="1356"/>
          <ac:picMkLst>
            <pc:docMk/>
            <pc:sldMk cId="4259239864" sldId="2134804311"/>
            <ac:picMk id="10" creationId="{53EF317A-1B8D-42C2-B7F5-A88B69BEA5E1}"/>
          </ac:picMkLst>
        </pc:picChg>
        <pc:picChg chg="add mod">
          <ac:chgData name="Ketil Hokstad" userId="ee9d68b1-d839-45f8-acab-6d25592eadbe" providerId="ADAL" clId="{C701E938-F1A2-4FF7-BCB0-B7EFBD5BDC35}" dt="2021-03-15T15:36:54.432" v="1356"/>
          <ac:picMkLst>
            <pc:docMk/>
            <pc:sldMk cId="4259239864" sldId="2134804311"/>
            <ac:picMk id="11" creationId="{ED7472DE-D21D-48DC-8D84-9BC59C24FD98}"/>
          </ac:picMkLst>
        </pc:picChg>
        <pc:picChg chg="add mod">
          <ac:chgData name="Ketil Hokstad" userId="ee9d68b1-d839-45f8-acab-6d25592eadbe" providerId="ADAL" clId="{C701E938-F1A2-4FF7-BCB0-B7EFBD5BDC35}" dt="2021-03-15T15:36:54.432" v="1356"/>
          <ac:picMkLst>
            <pc:docMk/>
            <pc:sldMk cId="4259239864" sldId="2134804311"/>
            <ac:picMk id="12" creationId="{63449FDD-E69C-472E-BB98-3637C1FB463A}"/>
          </ac:picMkLst>
        </pc:picChg>
        <pc:picChg chg="add mod">
          <ac:chgData name="Ketil Hokstad" userId="ee9d68b1-d839-45f8-acab-6d25592eadbe" providerId="ADAL" clId="{C701E938-F1A2-4FF7-BCB0-B7EFBD5BDC35}" dt="2021-03-15T15:36:54.432" v="1356"/>
          <ac:picMkLst>
            <pc:docMk/>
            <pc:sldMk cId="4259239864" sldId="2134804311"/>
            <ac:picMk id="13" creationId="{B70FD39A-E085-4C72-BE67-59FBAC1AA60B}"/>
          </ac:picMkLst>
        </pc:picChg>
        <pc:picChg chg="add mod">
          <ac:chgData name="Ketil Hokstad" userId="ee9d68b1-d839-45f8-acab-6d25592eadbe" providerId="ADAL" clId="{C701E938-F1A2-4FF7-BCB0-B7EFBD5BDC35}" dt="2021-03-15T15:36:54.432" v="1356"/>
          <ac:picMkLst>
            <pc:docMk/>
            <pc:sldMk cId="4259239864" sldId="2134804311"/>
            <ac:picMk id="14" creationId="{4096657B-F37D-45F4-9100-03472B84D337}"/>
          </ac:picMkLst>
        </pc:picChg>
        <pc:picChg chg="add mod">
          <ac:chgData name="Ketil Hokstad" userId="ee9d68b1-d839-45f8-acab-6d25592eadbe" providerId="ADAL" clId="{C701E938-F1A2-4FF7-BCB0-B7EFBD5BDC35}" dt="2021-03-15T15:36:54.432" v="1356"/>
          <ac:picMkLst>
            <pc:docMk/>
            <pc:sldMk cId="4259239864" sldId="2134804311"/>
            <ac:picMk id="15" creationId="{A28DC61D-40A8-401D-8B50-880782752868}"/>
          </ac:picMkLst>
        </pc:picChg>
      </pc:sldChg>
      <pc:sldChg chg="addSp delSp modSp new mod modTransition">
        <pc:chgData name="Ketil Hokstad" userId="ee9d68b1-d839-45f8-acab-6d25592eadbe" providerId="ADAL" clId="{C701E938-F1A2-4FF7-BCB0-B7EFBD5BDC35}" dt="2021-03-16T09:22:25.919" v="4314"/>
        <pc:sldMkLst>
          <pc:docMk/>
          <pc:sldMk cId="1592101020" sldId="2134804312"/>
        </pc:sldMkLst>
        <pc:spChg chg="mod">
          <ac:chgData name="Ketil Hokstad" userId="ee9d68b1-d839-45f8-acab-6d25592eadbe" providerId="ADAL" clId="{C701E938-F1A2-4FF7-BCB0-B7EFBD5BDC35}" dt="2021-03-16T09:03:51.376" v="3562"/>
          <ac:spMkLst>
            <pc:docMk/>
            <pc:sldMk cId="1592101020" sldId="2134804312"/>
            <ac:spMk id="2" creationId="{580A59E9-81CC-4B31-A703-EFAB0B349CCE}"/>
          </ac:spMkLst>
        </pc:spChg>
        <pc:spChg chg="add mod">
          <ac:chgData name="Ketil Hokstad" userId="ee9d68b1-d839-45f8-acab-6d25592eadbe" providerId="ADAL" clId="{C701E938-F1A2-4FF7-BCB0-B7EFBD5BDC35}" dt="2021-03-16T09:03:59.514" v="3572" actId="20577"/>
          <ac:spMkLst>
            <pc:docMk/>
            <pc:sldMk cId="1592101020" sldId="2134804312"/>
            <ac:spMk id="17" creationId="{24750992-8C39-405A-B54F-6CCAFA5990F0}"/>
          </ac:spMkLst>
        </pc:spChg>
        <pc:spChg chg="add mod">
          <ac:chgData name="Ketil Hokstad" userId="ee9d68b1-d839-45f8-acab-6d25592eadbe" providerId="ADAL" clId="{C701E938-F1A2-4FF7-BCB0-B7EFBD5BDC35}" dt="2021-03-16T09:05:14.519" v="3682" actId="5793"/>
          <ac:spMkLst>
            <pc:docMk/>
            <pc:sldMk cId="1592101020" sldId="2134804312"/>
            <ac:spMk id="18" creationId="{611FB40E-CB8F-4056-8BBD-8D70F07F2A61}"/>
          </ac:spMkLst>
        </pc:spChg>
        <pc:spChg chg="add mod">
          <ac:chgData name="Ketil Hokstad" userId="ee9d68b1-d839-45f8-acab-6d25592eadbe" providerId="ADAL" clId="{C701E938-F1A2-4FF7-BCB0-B7EFBD5BDC35}" dt="2021-03-16T09:04:42.563" v="3597" actId="20577"/>
          <ac:spMkLst>
            <pc:docMk/>
            <pc:sldMk cId="1592101020" sldId="2134804312"/>
            <ac:spMk id="19" creationId="{E1A2BDCF-CDCE-410F-B769-4DE1200E02B9}"/>
          </ac:spMkLst>
        </pc:spChg>
        <pc:picChg chg="add mod ord modCrop">
          <ac:chgData name="Ketil Hokstad" userId="ee9d68b1-d839-45f8-acab-6d25592eadbe" providerId="ADAL" clId="{C701E938-F1A2-4FF7-BCB0-B7EFBD5BDC35}" dt="2021-03-16T09:03:25.658" v="3561" actId="1038"/>
          <ac:picMkLst>
            <pc:docMk/>
            <pc:sldMk cId="1592101020" sldId="2134804312"/>
            <ac:picMk id="4" creationId="{59F2F5B1-BC3C-45DF-817C-C8E5E336B137}"/>
          </ac:picMkLst>
        </pc:picChg>
        <pc:picChg chg="add del mod modCrop">
          <ac:chgData name="Ketil Hokstad" userId="ee9d68b1-d839-45f8-acab-6d25592eadbe" providerId="ADAL" clId="{C701E938-F1A2-4FF7-BCB0-B7EFBD5BDC35}" dt="2021-03-16T09:00:36.094" v="3383" actId="21"/>
          <ac:picMkLst>
            <pc:docMk/>
            <pc:sldMk cId="1592101020" sldId="2134804312"/>
            <ac:picMk id="6" creationId="{06B1A972-B747-4B6C-B23D-6632383E40B0}"/>
          </ac:picMkLst>
        </pc:picChg>
        <pc:picChg chg="add mod ord modCrop">
          <ac:chgData name="Ketil Hokstad" userId="ee9d68b1-d839-45f8-acab-6d25592eadbe" providerId="ADAL" clId="{C701E938-F1A2-4FF7-BCB0-B7EFBD5BDC35}" dt="2021-03-16T09:03:07.595" v="3493" actId="1076"/>
          <ac:picMkLst>
            <pc:docMk/>
            <pc:sldMk cId="1592101020" sldId="2134804312"/>
            <ac:picMk id="8" creationId="{1DA39FBF-384C-4CD0-BD8C-75D4068CED70}"/>
          </ac:picMkLst>
        </pc:picChg>
        <pc:picChg chg="add mod ord modCrop">
          <ac:chgData name="Ketil Hokstad" userId="ee9d68b1-d839-45f8-acab-6d25592eadbe" providerId="ADAL" clId="{C701E938-F1A2-4FF7-BCB0-B7EFBD5BDC35}" dt="2021-03-16T09:03:15.961" v="3528" actId="1037"/>
          <ac:picMkLst>
            <pc:docMk/>
            <pc:sldMk cId="1592101020" sldId="2134804312"/>
            <ac:picMk id="10" creationId="{B7434CC6-7E7B-45C5-B317-3FC372102748}"/>
          </ac:picMkLst>
        </pc:picChg>
        <pc:picChg chg="add del mod">
          <ac:chgData name="Ketil Hokstad" userId="ee9d68b1-d839-45f8-acab-6d25592eadbe" providerId="ADAL" clId="{C701E938-F1A2-4FF7-BCB0-B7EFBD5BDC35}" dt="2021-03-16T09:05:34.286" v="3685" actId="21"/>
          <ac:picMkLst>
            <pc:docMk/>
            <pc:sldMk cId="1592101020" sldId="2134804312"/>
            <ac:picMk id="12" creationId="{88C3F3AC-7134-4818-9921-DB16B969A8C3}"/>
          </ac:picMkLst>
        </pc:picChg>
        <pc:picChg chg="add del mod">
          <ac:chgData name="Ketil Hokstad" userId="ee9d68b1-d839-45f8-acab-6d25592eadbe" providerId="ADAL" clId="{C701E938-F1A2-4FF7-BCB0-B7EFBD5BDC35}" dt="2021-03-16T09:05:32.788" v="3684" actId="21"/>
          <ac:picMkLst>
            <pc:docMk/>
            <pc:sldMk cId="1592101020" sldId="2134804312"/>
            <ac:picMk id="14" creationId="{C69663C4-9A13-48C5-A2C8-855D1FF141BF}"/>
          </ac:picMkLst>
        </pc:picChg>
        <pc:picChg chg="add mod ord">
          <ac:chgData name="Ketil Hokstad" userId="ee9d68b1-d839-45f8-acab-6d25592eadbe" providerId="ADAL" clId="{C701E938-F1A2-4FF7-BCB0-B7EFBD5BDC35}" dt="2021-03-16T09:05:29.384" v="3683" actId="167"/>
          <ac:picMkLst>
            <pc:docMk/>
            <pc:sldMk cId="1592101020" sldId="2134804312"/>
            <ac:picMk id="16" creationId="{D651605E-8D49-4690-9EE2-7F649BFB607F}"/>
          </ac:picMkLst>
        </pc:picChg>
      </pc:sldChg>
      <pc:sldChg chg="addSp modSp new mod ord">
        <pc:chgData name="Ketil Hokstad" userId="ee9d68b1-d839-45f8-acab-6d25592eadbe" providerId="ADAL" clId="{C701E938-F1A2-4FF7-BCB0-B7EFBD5BDC35}" dt="2021-03-16T09:41:33.191" v="4322"/>
        <pc:sldMkLst>
          <pc:docMk/>
          <pc:sldMk cId="1899630242" sldId="2134804313"/>
        </pc:sldMkLst>
        <pc:spChg chg="mod">
          <ac:chgData name="Ketil Hokstad" userId="ee9d68b1-d839-45f8-acab-6d25592eadbe" providerId="ADAL" clId="{C701E938-F1A2-4FF7-BCB0-B7EFBD5BDC35}" dt="2021-03-15T15:40:06.369" v="1482" actId="20577"/>
          <ac:spMkLst>
            <pc:docMk/>
            <pc:sldMk cId="1899630242" sldId="2134804313"/>
            <ac:spMk id="2" creationId="{946A669A-4C84-4772-B358-38EAE7F34E80}"/>
          </ac:spMkLst>
        </pc:spChg>
        <pc:spChg chg="add mod">
          <ac:chgData name="Ketil Hokstad" userId="ee9d68b1-d839-45f8-acab-6d25592eadbe" providerId="ADAL" clId="{C701E938-F1A2-4FF7-BCB0-B7EFBD5BDC35}" dt="2021-03-16T08:34:58.289" v="2893" actId="1036"/>
          <ac:spMkLst>
            <pc:docMk/>
            <pc:sldMk cId="1899630242" sldId="2134804313"/>
            <ac:spMk id="8" creationId="{52C8ED98-2947-41FC-8325-0F2ACCF037D4}"/>
          </ac:spMkLst>
        </pc:spChg>
        <pc:picChg chg="add mod">
          <ac:chgData name="Ketil Hokstad" userId="ee9d68b1-d839-45f8-acab-6d25592eadbe" providerId="ADAL" clId="{C701E938-F1A2-4FF7-BCB0-B7EFBD5BDC35}" dt="2021-03-16T08:33:22.014" v="2823" actId="1076"/>
          <ac:picMkLst>
            <pc:docMk/>
            <pc:sldMk cId="1899630242" sldId="2134804313"/>
            <ac:picMk id="5" creationId="{F75205F6-3516-4674-A94E-05E71167DDE5}"/>
          </ac:picMkLst>
        </pc:picChg>
        <pc:picChg chg="add mod modCrop">
          <ac:chgData name="Ketil Hokstad" userId="ee9d68b1-d839-45f8-acab-6d25592eadbe" providerId="ADAL" clId="{C701E938-F1A2-4FF7-BCB0-B7EFBD5BDC35}" dt="2021-03-16T08:34:23.210" v="2877" actId="1076"/>
          <ac:picMkLst>
            <pc:docMk/>
            <pc:sldMk cId="1899630242" sldId="2134804313"/>
            <ac:picMk id="7" creationId="{5731C7EB-2984-41E6-A00D-D1D2B54E8E55}"/>
          </ac:picMkLst>
        </pc:picChg>
      </pc:sldChg>
      <pc:sldChg chg="addSp delSp modSp add mod ord">
        <pc:chgData name="Ketil Hokstad" userId="ee9d68b1-d839-45f8-acab-6d25592eadbe" providerId="ADAL" clId="{C701E938-F1A2-4FF7-BCB0-B7EFBD5BDC35}" dt="2021-03-15T16:12:03.252" v="1997" actId="20577"/>
        <pc:sldMkLst>
          <pc:docMk/>
          <pc:sldMk cId="3373748527" sldId="2134804314"/>
        </pc:sldMkLst>
        <pc:spChg chg="mod">
          <ac:chgData name="Ketil Hokstad" userId="ee9d68b1-d839-45f8-acab-6d25592eadbe" providerId="ADAL" clId="{C701E938-F1A2-4FF7-BCB0-B7EFBD5BDC35}" dt="2021-03-15T16:12:03.252" v="1997" actId="20577"/>
          <ac:spMkLst>
            <pc:docMk/>
            <pc:sldMk cId="3373748527" sldId="2134804314"/>
            <ac:spMk id="2" creationId="{946A669A-4C84-4772-B358-38EAE7F34E80}"/>
          </ac:spMkLst>
        </pc:spChg>
        <pc:picChg chg="del">
          <ac:chgData name="Ketil Hokstad" userId="ee9d68b1-d839-45f8-acab-6d25592eadbe" providerId="ADAL" clId="{C701E938-F1A2-4FF7-BCB0-B7EFBD5BDC35}" dt="2021-03-15T15:43:21.861" v="1515" actId="21"/>
          <ac:picMkLst>
            <pc:docMk/>
            <pc:sldMk cId="3373748527" sldId="2134804314"/>
            <ac:picMk id="5" creationId="{F75205F6-3516-4674-A94E-05E71167DDE5}"/>
          </ac:picMkLst>
        </pc:picChg>
        <pc:picChg chg="add del mod">
          <ac:chgData name="Ketil Hokstad" userId="ee9d68b1-d839-45f8-acab-6d25592eadbe" providerId="ADAL" clId="{C701E938-F1A2-4FF7-BCB0-B7EFBD5BDC35}" dt="2021-03-15T15:45:45.836" v="1571" actId="21"/>
          <ac:picMkLst>
            <pc:docMk/>
            <pc:sldMk cId="3373748527" sldId="2134804314"/>
            <ac:picMk id="6" creationId="{F8702126-EA69-4B1A-A6EF-A45B0FC1B98C}"/>
          </ac:picMkLst>
        </pc:picChg>
        <pc:picChg chg="del">
          <ac:chgData name="Ketil Hokstad" userId="ee9d68b1-d839-45f8-acab-6d25592eadbe" providerId="ADAL" clId="{C701E938-F1A2-4FF7-BCB0-B7EFBD5BDC35}" dt="2021-03-15T15:43:21.861" v="1515" actId="21"/>
          <ac:picMkLst>
            <pc:docMk/>
            <pc:sldMk cId="3373748527" sldId="2134804314"/>
            <ac:picMk id="7" creationId="{5731C7EB-2984-41E6-A00D-D1D2B54E8E55}"/>
          </ac:picMkLst>
        </pc:picChg>
        <pc:picChg chg="add mod">
          <ac:chgData name="Ketil Hokstad" userId="ee9d68b1-d839-45f8-acab-6d25592eadbe" providerId="ADAL" clId="{C701E938-F1A2-4FF7-BCB0-B7EFBD5BDC35}" dt="2021-03-15T15:51:57.035" v="1644" actId="1038"/>
          <ac:picMkLst>
            <pc:docMk/>
            <pc:sldMk cId="3373748527" sldId="2134804314"/>
            <ac:picMk id="9" creationId="{E538AE06-E043-477A-8BDA-FC2523783E99}"/>
          </ac:picMkLst>
        </pc:picChg>
        <pc:picChg chg="add del mod ord">
          <ac:chgData name="Ketil Hokstad" userId="ee9d68b1-d839-45f8-acab-6d25592eadbe" providerId="ADAL" clId="{C701E938-F1A2-4FF7-BCB0-B7EFBD5BDC35}" dt="2021-03-15T15:49:50.340" v="1613" actId="21"/>
          <ac:picMkLst>
            <pc:docMk/>
            <pc:sldMk cId="3373748527" sldId="2134804314"/>
            <ac:picMk id="11" creationId="{4A0BEDA8-9965-47F5-86C6-62008FEA12D4}"/>
          </ac:picMkLst>
        </pc:picChg>
        <pc:picChg chg="add mod ord">
          <ac:chgData name="Ketil Hokstad" userId="ee9d68b1-d839-45f8-acab-6d25592eadbe" providerId="ADAL" clId="{C701E938-F1A2-4FF7-BCB0-B7EFBD5BDC35}" dt="2021-03-15T15:51:46.915" v="1642" actId="1038"/>
          <ac:picMkLst>
            <pc:docMk/>
            <pc:sldMk cId="3373748527" sldId="2134804314"/>
            <ac:picMk id="13" creationId="{B23431A4-11A2-45D7-9201-B37CF4E275D6}"/>
          </ac:picMkLst>
        </pc:picChg>
      </pc:sldChg>
      <pc:sldChg chg="delSp add del mod ord">
        <pc:chgData name="Ketil Hokstad" userId="ee9d68b1-d839-45f8-acab-6d25592eadbe" providerId="ADAL" clId="{C701E938-F1A2-4FF7-BCB0-B7EFBD5BDC35}" dt="2021-03-15T15:49:44.130" v="1612" actId="2696"/>
        <pc:sldMkLst>
          <pc:docMk/>
          <pc:sldMk cId="2448769173" sldId="2134804315"/>
        </pc:sldMkLst>
        <pc:picChg chg="del">
          <ac:chgData name="Ketil Hokstad" userId="ee9d68b1-d839-45f8-acab-6d25592eadbe" providerId="ADAL" clId="{C701E938-F1A2-4FF7-BCB0-B7EFBD5BDC35}" dt="2021-03-15T15:47:48.383" v="1607" actId="21"/>
          <ac:picMkLst>
            <pc:docMk/>
            <pc:sldMk cId="2448769173" sldId="2134804315"/>
            <ac:picMk id="9" creationId="{E538AE06-E043-477A-8BDA-FC2523783E99}"/>
          </ac:picMkLst>
        </pc:picChg>
      </pc:sldChg>
      <pc:sldChg chg="addSp delSp modSp add mod">
        <pc:chgData name="Ketil Hokstad" userId="ee9d68b1-d839-45f8-acab-6d25592eadbe" providerId="ADAL" clId="{C701E938-F1A2-4FF7-BCB0-B7EFBD5BDC35}" dt="2021-03-16T08:44:57.602" v="3233" actId="20577"/>
        <pc:sldMkLst>
          <pc:docMk/>
          <pc:sldMk cId="2561992659" sldId="2134804315"/>
        </pc:sldMkLst>
        <pc:spChg chg="mod">
          <ac:chgData name="Ketil Hokstad" userId="ee9d68b1-d839-45f8-acab-6d25592eadbe" providerId="ADAL" clId="{C701E938-F1A2-4FF7-BCB0-B7EFBD5BDC35}" dt="2021-03-16T08:44:57.602" v="3233" actId="20577"/>
          <ac:spMkLst>
            <pc:docMk/>
            <pc:sldMk cId="2561992659" sldId="2134804315"/>
            <ac:spMk id="2" creationId="{A637C0E3-6401-405A-AE04-CD267C70DA21}"/>
          </ac:spMkLst>
        </pc:spChg>
        <pc:spChg chg="del">
          <ac:chgData name="Ketil Hokstad" userId="ee9d68b1-d839-45f8-acab-6d25592eadbe" providerId="ADAL" clId="{C701E938-F1A2-4FF7-BCB0-B7EFBD5BDC35}" dt="2021-03-15T15:55:31.799" v="1752" actId="21"/>
          <ac:spMkLst>
            <pc:docMk/>
            <pc:sldMk cId="2561992659" sldId="2134804315"/>
            <ac:spMk id="3" creationId="{A639FB9C-79A4-4D9B-809A-117D06FF7B32}"/>
          </ac:spMkLst>
        </pc:spChg>
        <pc:spChg chg="mod">
          <ac:chgData name="Ketil Hokstad" userId="ee9d68b1-d839-45f8-acab-6d25592eadbe" providerId="ADAL" clId="{C701E938-F1A2-4FF7-BCB0-B7EFBD5BDC35}" dt="2021-03-15T16:07:52.741" v="1984" actId="20577"/>
          <ac:spMkLst>
            <pc:docMk/>
            <pc:sldMk cId="2561992659" sldId="2134804315"/>
            <ac:spMk id="8" creationId="{843B50AD-3A14-4557-97E1-6B4827EFF76E}"/>
          </ac:spMkLst>
        </pc:spChg>
        <pc:spChg chg="del">
          <ac:chgData name="Ketil Hokstad" userId="ee9d68b1-d839-45f8-acab-6d25592eadbe" providerId="ADAL" clId="{C701E938-F1A2-4FF7-BCB0-B7EFBD5BDC35}" dt="2021-03-15T15:55:18.231" v="1734" actId="21"/>
          <ac:spMkLst>
            <pc:docMk/>
            <pc:sldMk cId="2561992659" sldId="2134804315"/>
            <ac:spMk id="10" creationId="{3124E161-5950-4908-A68D-90F42C22DC2E}"/>
          </ac:spMkLst>
        </pc:spChg>
        <pc:spChg chg="mod">
          <ac:chgData name="Ketil Hokstad" userId="ee9d68b1-d839-45f8-acab-6d25592eadbe" providerId="ADAL" clId="{C701E938-F1A2-4FF7-BCB0-B7EFBD5BDC35}" dt="2021-03-15T15:57:19.715" v="1787" actId="1036"/>
          <ac:spMkLst>
            <pc:docMk/>
            <pc:sldMk cId="2561992659" sldId="2134804315"/>
            <ac:spMk id="11" creationId="{BBF2870D-996F-4B71-8BA6-D594005A6761}"/>
          </ac:spMkLst>
        </pc:spChg>
        <pc:spChg chg="del">
          <ac:chgData name="Ketil Hokstad" userId="ee9d68b1-d839-45f8-acab-6d25592eadbe" providerId="ADAL" clId="{C701E938-F1A2-4FF7-BCB0-B7EFBD5BDC35}" dt="2021-03-15T15:55:08.786" v="1732" actId="21"/>
          <ac:spMkLst>
            <pc:docMk/>
            <pc:sldMk cId="2561992659" sldId="2134804315"/>
            <ac:spMk id="12" creationId="{E42F7CDF-3AB2-42F1-97FD-6FA9B58F38F9}"/>
          </ac:spMkLst>
        </pc:spChg>
        <pc:spChg chg="add mod">
          <ac:chgData name="Ketil Hokstad" userId="ee9d68b1-d839-45f8-acab-6d25592eadbe" providerId="ADAL" clId="{C701E938-F1A2-4FF7-BCB0-B7EFBD5BDC35}" dt="2021-03-15T16:07:16.164" v="1957" actId="1076"/>
          <ac:spMkLst>
            <pc:docMk/>
            <pc:sldMk cId="2561992659" sldId="2134804315"/>
            <ac:spMk id="16" creationId="{BA339BE3-74F0-4952-8E97-03D615DAAE22}"/>
          </ac:spMkLst>
        </pc:spChg>
        <pc:picChg chg="add mod ord">
          <ac:chgData name="Ketil Hokstad" userId="ee9d68b1-d839-45f8-acab-6d25592eadbe" providerId="ADAL" clId="{C701E938-F1A2-4FF7-BCB0-B7EFBD5BDC35}" dt="2021-03-15T16:06:16.259" v="1866" actId="1038"/>
          <ac:picMkLst>
            <pc:docMk/>
            <pc:sldMk cId="2561992659" sldId="2134804315"/>
            <ac:picMk id="6" creationId="{DB40F3A1-5A7F-4CC4-A5E7-0393E7AD793B}"/>
          </ac:picMkLst>
        </pc:picChg>
        <pc:picChg chg="del">
          <ac:chgData name="Ketil Hokstad" userId="ee9d68b1-d839-45f8-acab-6d25592eadbe" providerId="ADAL" clId="{C701E938-F1A2-4FF7-BCB0-B7EFBD5BDC35}" dt="2021-03-15T15:55:05.388" v="1731" actId="21"/>
          <ac:picMkLst>
            <pc:docMk/>
            <pc:sldMk cId="2561992659" sldId="2134804315"/>
            <ac:picMk id="7" creationId="{95A5636A-D065-49CE-9329-DB4AFE21F9AE}"/>
          </ac:picMkLst>
        </pc:picChg>
        <pc:picChg chg="del">
          <ac:chgData name="Ketil Hokstad" userId="ee9d68b1-d839-45f8-acab-6d25592eadbe" providerId="ADAL" clId="{C701E938-F1A2-4FF7-BCB0-B7EFBD5BDC35}" dt="2021-03-15T15:55:05.388" v="1731" actId="21"/>
          <ac:picMkLst>
            <pc:docMk/>
            <pc:sldMk cId="2561992659" sldId="2134804315"/>
            <ac:picMk id="9" creationId="{5E922A82-EFAB-4B86-ADE5-B8A789CB44BE}"/>
          </ac:picMkLst>
        </pc:picChg>
        <pc:picChg chg="del">
          <ac:chgData name="Ketil Hokstad" userId="ee9d68b1-d839-45f8-acab-6d25592eadbe" providerId="ADAL" clId="{C701E938-F1A2-4FF7-BCB0-B7EFBD5BDC35}" dt="2021-03-15T15:55:10.704" v="1733" actId="21"/>
          <ac:picMkLst>
            <pc:docMk/>
            <pc:sldMk cId="2561992659" sldId="2134804315"/>
            <ac:picMk id="13" creationId="{4589D510-9C26-4323-9B71-BF7C69689EB6}"/>
          </ac:picMkLst>
        </pc:picChg>
        <pc:picChg chg="add mod">
          <ac:chgData name="Ketil Hokstad" userId="ee9d68b1-d839-45f8-acab-6d25592eadbe" providerId="ADAL" clId="{C701E938-F1A2-4FF7-BCB0-B7EFBD5BDC35}" dt="2021-03-15T16:05:39.661" v="1857" actId="1037"/>
          <ac:picMkLst>
            <pc:docMk/>
            <pc:sldMk cId="2561992659" sldId="2134804315"/>
            <ac:picMk id="14" creationId="{C46160CE-A6DB-4D0A-BCF9-563A28792DAE}"/>
          </ac:picMkLst>
        </pc:picChg>
        <pc:picChg chg="add mod ord">
          <ac:chgData name="Ketil Hokstad" userId="ee9d68b1-d839-45f8-acab-6d25592eadbe" providerId="ADAL" clId="{C701E938-F1A2-4FF7-BCB0-B7EFBD5BDC35}" dt="2021-03-15T16:05:39.661" v="1857" actId="1037"/>
          <ac:picMkLst>
            <pc:docMk/>
            <pc:sldMk cId="2561992659" sldId="2134804315"/>
            <ac:picMk id="15" creationId="{421D88AA-C9A8-444F-A9FE-E83D67F3980A}"/>
          </ac:picMkLst>
        </pc:picChg>
      </pc:sldChg>
      <pc:sldChg chg="modSp new del mod">
        <pc:chgData name="Ketil Hokstad" userId="ee9d68b1-d839-45f8-acab-6d25592eadbe" providerId="ADAL" clId="{C701E938-F1A2-4FF7-BCB0-B7EFBD5BDC35}" dt="2021-03-15T15:53:14.657" v="1688" actId="2696"/>
        <pc:sldMkLst>
          <pc:docMk/>
          <pc:sldMk cId="2840067894" sldId="2134804315"/>
        </pc:sldMkLst>
        <pc:spChg chg="mod">
          <ac:chgData name="Ketil Hokstad" userId="ee9d68b1-d839-45f8-acab-6d25592eadbe" providerId="ADAL" clId="{C701E938-F1A2-4FF7-BCB0-B7EFBD5BDC35}" dt="2021-03-15T15:52:46.644" v="1687" actId="20577"/>
          <ac:spMkLst>
            <pc:docMk/>
            <pc:sldMk cId="2840067894" sldId="2134804315"/>
            <ac:spMk id="2" creationId="{DB857D0C-CAA6-4750-8D0E-59CCF4F2505E}"/>
          </ac:spMkLst>
        </pc:spChg>
      </pc:sldChg>
      <pc:sldChg chg="new del">
        <pc:chgData name="Ketil Hokstad" userId="ee9d68b1-d839-45f8-acab-6d25592eadbe" providerId="ADAL" clId="{C701E938-F1A2-4FF7-BCB0-B7EFBD5BDC35}" dt="2021-03-16T08:45:20.327" v="3234" actId="2696"/>
        <pc:sldMkLst>
          <pc:docMk/>
          <pc:sldMk cId="1156629341" sldId="2134804316"/>
        </pc:sldMkLst>
      </pc:sldChg>
      <pc:sldChg chg="addSp delSp modSp new mod">
        <pc:chgData name="Ketil Hokstad" userId="ee9d68b1-d839-45f8-acab-6d25592eadbe" providerId="ADAL" clId="{C701E938-F1A2-4FF7-BCB0-B7EFBD5BDC35}" dt="2021-03-16T08:42:42.868" v="3164" actId="20577"/>
        <pc:sldMkLst>
          <pc:docMk/>
          <pc:sldMk cId="3078220077" sldId="2134804317"/>
        </pc:sldMkLst>
        <pc:spChg chg="mod">
          <ac:chgData name="Ketil Hokstad" userId="ee9d68b1-d839-45f8-acab-6d25592eadbe" providerId="ADAL" clId="{C701E938-F1A2-4FF7-BCB0-B7EFBD5BDC35}" dt="2021-03-16T08:31:06.165" v="2716"/>
          <ac:spMkLst>
            <pc:docMk/>
            <pc:sldMk cId="3078220077" sldId="2134804317"/>
            <ac:spMk id="2" creationId="{9D6BF9C7-6537-48EE-94FE-10EF1A31AE6D}"/>
          </ac:spMkLst>
        </pc:spChg>
        <pc:spChg chg="add mod">
          <ac:chgData name="Ketil Hokstad" userId="ee9d68b1-d839-45f8-acab-6d25592eadbe" providerId="ADAL" clId="{C701E938-F1A2-4FF7-BCB0-B7EFBD5BDC35}" dt="2021-03-16T08:31:06.165" v="2716"/>
          <ac:spMkLst>
            <pc:docMk/>
            <pc:sldMk cId="3078220077" sldId="2134804317"/>
            <ac:spMk id="15" creationId="{2584106B-0AB7-4BBA-83D0-A290C39C3A98}"/>
          </ac:spMkLst>
        </pc:spChg>
        <pc:spChg chg="add del mod">
          <ac:chgData name="Ketil Hokstad" userId="ee9d68b1-d839-45f8-acab-6d25592eadbe" providerId="ADAL" clId="{C701E938-F1A2-4FF7-BCB0-B7EFBD5BDC35}" dt="2021-03-16T08:30:55.782" v="2715" actId="21"/>
          <ac:spMkLst>
            <pc:docMk/>
            <pc:sldMk cId="3078220077" sldId="2134804317"/>
            <ac:spMk id="16" creationId="{5C0A82D8-7D90-4978-8D02-CB8E3A15D338}"/>
          </ac:spMkLst>
        </pc:spChg>
        <pc:spChg chg="add mod">
          <ac:chgData name="Ketil Hokstad" userId="ee9d68b1-d839-45f8-acab-6d25592eadbe" providerId="ADAL" clId="{C701E938-F1A2-4FF7-BCB0-B7EFBD5BDC35}" dt="2021-03-16T08:37:20.540" v="2993" actId="20577"/>
          <ac:spMkLst>
            <pc:docMk/>
            <pc:sldMk cId="3078220077" sldId="2134804317"/>
            <ac:spMk id="17" creationId="{66DE8458-C775-4AF3-87CC-CBC630886829}"/>
          </ac:spMkLst>
        </pc:spChg>
        <pc:spChg chg="add mod">
          <ac:chgData name="Ketil Hokstad" userId="ee9d68b1-d839-45f8-acab-6d25592eadbe" providerId="ADAL" clId="{C701E938-F1A2-4FF7-BCB0-B7EFBD5BDC35}" dt="2021-03-16T08:42:42.868" v="3164" actId="20577"/>
          <ac:spMkLst>
            <pc:docMk/>
            <pc:sldMk cId="3078220077" sldId="2134804317"/>
            <ac:spMk id="18" creationId="{AC2AE240-21FC-4704-AEE9-E1CC5DD7599A}"/>
          </ac:spMkLst>
        </pc:spChg>
        <pc:picChg chg="add mod ord modCrop">
          <ac:chgData name="Ketil Hokstad" userId="ee9d68b1-d839-45f8-acab-6d25592eadbe" providerId="ADAL" clId="{C701E938-F1A2-4FF7-BCB0-B7EFBD5BDC35}" dt="2021-03-16T08:30:40.883" v="2712" actId="1076"/>
          <ac:picMkLst>
            <pc:docMk/>
            <pc:sldMk cId="3078220077" sldId="2134804317"/>
            <ac:picMk id="4" creationId="{77E489C2-5A86-46AB-BDC8-980D43D16ED3}"/>
          </ac:picMkLst>
        </pc:picChg>
        <pc:picChg chg="add mod ord modCrop">
          <ac:chgData name="Ketil Hokstad" userId="ee9d68b1-d839-45f8-acab-6d25592eadbe" providerId="ADAL" clId="{C701E938-F1A2-4FF7-BCB0-B7EFBD5BDC35}" dt="2021-03-16T08:30:40.883" v="2712" actId="1076"/>
          <ac:picMkLst>
            <pc:docMk/>
            <pc:sldMk cId="3078220077" sldId="2134804317"/>
            <ac:picMk id="6" creationId="{B1A7C1CB-B05C-49B2-B62A-EB28E1F86CB6}"/>
          </ac:picMkLst>
        </pc:picChg>
        <pc:picChg chg="add mod ord modCrop">
          <ac:chgData name="Ketil Hokstad" userId="ee9d68b1-d839-45f8-acab-6d25592eadbe" providerId="ADAL" clId="{C701E938-F1A2-4FF7-BCB0-B7EFBD5BDC35}" dt="2021-03-16T08:30:40.883" v="2712" actId="1076"/>
          <ac:picMkLst>
            <pc:docMk/>
            <pc:sldMk cId="3078220077" sldId="2134804317"/>
            <ac:picMk id="8" creationId="{9CC95A03-C0F0-4AE2-9560-3B2781CA9DDE}"/>
          </ac:picMkLst>
        </pc:picChg>
        <pc:picChg chg="add del mod">
          <ac:chgData name="Ketil Hokstad" userId="ee9d68b1-d839-45f8-acab-6d25592eadbe" providerId="ADAL" clId="{C701E938-F1A2-4FF7-BCB0-B7EFBD5BDC35}" dt="2021-03-16T08:36:16.071" v="2916" actId="21"/>
          <ac:picMkLst>
            <pc:docMk/>
            <pc:sldMk cId="3078220077" sldId="2134804317"/>
            <ac:picMk id="10" creationId="{C962A33B-E25E-4D5C-8598-658D5F1489FB}"/>
          </ac:picMkLst>
        </pc:picChg>
        <pc:picChg chg="add del mod">
          <ac:chgData name="Ketil Hokstad" userId="ee9d68b1-d839-45f8-acab-6d25592eadbe" providerId="ADAL" clId="{C701E938-F1A2-4FF7-BCB0-B7EFBD5BDC35}" dt="2021-03-16T08:36:13.138" v="2915" actId="21"/>
          <ac:picMkLst>
            <pc:docMk/>
            <pc:sldMk cId="3078220077" sldId="2134804317"/>
            <ac:picMk id="12" creationId="{74DBCDD8-BD5A-4063-B40A-9DCF75B7F9FC}"/>
          </ac:picMkLst>
        </pc:picChg>
        <pc:picChg chg="add mod ord">
          <ac:chgData name="Ketil Hokstad" userId="ee9d68b1-d839-45f8-acab-6d25592eadbe" providerId="ADAL" clId="{C701E938-F1A2-4FF7-BCB0-B7EFBD5BDC35}" dt="2021-03-16T08:36:02.118" v="2914" actId="167"/>
          <ac:picMkLst>
            <pc:docMk/>
            <pc:sldMk cId="3078220077" sldId="2134804317"/>
            <ac:picMk id="14" creationId="{BB9D4DAC-F58E-4E5F-9E5D-D9376F85E072}"/>
          </ac:picMkLst>
        </pc:picChg>
        <pc:picChg chg="add mod">
          <ac:chgData name="Ketil Hokstad" userId="ee9d68b1-d839-45f8-acab-6d25592eadbe" providerId="ADAL" clId="{C701E938-F1A2-4FF7-BCB0-B7EFBD5BDC35}" dt="2021-03-16T08:39:07.755" v="3002" actId="1076"/>
          <ac:picMkLst>
            <pc:docMk/>
            <pc:sldMk cId="3078220077" sldId="2134804317"/>
            <ac:picMk id="19" creationId="{0220BECC-838A-4C19-8341-4200A7C0E053}"/>
          </ac:picMkLst>
        </pc:picChg>
        <pc:picChg chg="add del mod">
          <ac:chgData name="Ketil Hokstad" userId="ee9d68b1-d839-45f8-acab-6d25592eadbe" providerId="ADAL" clId="{C701E938-F1A2-4FF7-BCB0-B7EFBD5BDC35}" dt="2021-03-16T08:39:22.281" v="3005" actId="21"/>
          <ac:picMkLst>
            <pc:docMk/>
            <pc:sldMk cId="3078220077" sldId="2134804317"/>
            <ac:picMk id="20" creationId="{91B962C3-1F64-45CC-A058-9BDEA2E769E7}"/>
          </ac:picMkLst>
        </pc:picChg>
        <pc:picChg chg="add del mod">
          <ac:chgData name="Ketil Hokstad" userId="ee9d68b1-d839-45f8-acab-6d25592eadbe" providerId="ADAL" clId="{C701E938-F1A2-4FF7-BCB0-B7EFBD5BDC35}" dt="2021-03-16T08:39:13.900" v="3003" actId="21"/>
          <ac:picMkLst>
            <pc:docMk/>
            <pc:sldMk cId="3078220077" sldId="2134804317"/>
            <ac:picMk id="21" creationId="{50F72B02-53AC-4CC5-82A7-B916F2FAFC1A}"/>
          </ac:picMkLst>
        </pc:picChg>
      </pc:sldChg>
      <pc:sldChg chg="addSp delSp modSp add mod modTransition">
        <pc:chgData name="Ketil Hokstad" userId="ee9d68b1-d839-45f8-acab-6d25592eadbe" providerId="ADAL" clId="{C701E938-F1A2-4FF7-BCB0-B7EFBD5BDC35}" dt="2021-03-16T09:23:27.095" v="4315"/>
        <pc:sldMkLst>
          <pc:docMk/>
          <pc:sldMk cId="38356631" sldId="2134804318"/>
        </pc:sldMkLst>
        <pc:spChg chg="mod">
          <ac:chgData name="Ketil Hokstad" userId="ee9d68b1-d839-45f8-acab-6d25592eadbe" providerId="ADAL" clId="{C701E938-F1A2-4FF7-BCB0-B7EFBD5BDC35}" dt="2021-03-16T08:41:56.138" v="3075" actId="20577"/>
          <ac:spMkLst>
            <pc:docMk/>
            <pc:sldMk cId="38356631" sldId="2134804318"/>
            <ac:spMk id="15" creationId="{2584106B-0AB7-4BBA-83D0-A290C39C3A98}"/>
          </ac:spMkLst>
        </pc:spChg>
        <pc:spChg chg="mod">
          <ac:chgData name="Ketil Hokstad" userId="ee9d68b1-d839-45f8-acab-6d25592eadbe" providerId="ADAL" clId="{C701E938-F1A2-4FF7-BCB0-B7EFBD5BDC35}" dt="2021-03-16T08:43:01.195" v="3175" actId="20577"/>
          <ac:spMkLst>
            <pc:docMk/>
            <pc:sldMk cId="38356631" sldId="2134804318"/>
            <ac:spMk id="17" creationId="{66DE8458-C775-4AF3-87CC-CBC630886829}"/>
          </ac:spMkLst>
        </pc:spChg>
        <pc:spChg chg="mod">
          <ac:chgData name="Ketil Hokstad" userId="ee9d68b1-d839-45f8-acab-6d25592eadbe" providerId="ADAL" clId="{C701E938-F1A2-4FF7-BCB0-B7EFBD5BDC35}" dt="2021-03-16T08:42:33.035" v="3158" actId="20577"/>
          <ac:spMkLst>
            <pc:docMk/>
            <pc:sldMk cId="38356631" sldId="2134804318"/>
            <ac:spMk id="18" creationId="{AC2AE240-21FC-4704-AEE9-E1CC5DD7599A}"/>
          </ac:spMkLst>
        </pc:spChg>
        <pc:picChg chg="del">
          <ac:chgData name="Ketil Hokstad" userId="ee9d68b1-d839-45f8-acab-6d25592eadbe" providerId="ADAL" clId="{C701E938-F1A2-4FF7-BCB0-B7EFBD5BDC35}" dt="2021-03-16T08:38:03.755" v="2996" actId="21"/>
          <ac:picMkLst>
            <pc:docMk/>
            <pc:sldMk cId="38356631" sldId="2134804318"/>
            <ac:picMk id="10" creationId="{C962A33B-E25E-4D5C-8598-658D5F1489FB}"/>
          </ac:picMkLst>
        </pc:picChg>
        <pc:picChg chg="ord">
          <ac:chgData name="Ketil Hokstad" userId="ee9d68b1-d839-45f8-acab-6d25592eadbe" providerId="ADAL" clId="{C701E938-F1A2-4FF7-BCB0-B7EFBD5BDC35}" dt="2021-03-16T08:38:00.603" v="2995" actId="167"/>
          <ac:picMkLst>
            <pc:docMk/>
            <pc:sldMk cId="38356631" sldId="2134804318"/>
            <ac:picMk id="12" creationId="{74DBCDD8-BD5A-4063-B40A-9DCF75B7F9FC}"/>
          </ac:picMkLst>
        </pc:picChg>
        <pc:picChg chg="add mod">
          <ac:chgData name="Ketil Hokstad" userId="ee9d68b1-d839-45f8-acab-6d25592eadbe" providerId="ADAL" clId="{C701E938-F1A2-4FF7-BCB0-B7EFBD5BDC35}" dt="2021-03-16T08:39:17.496" v="3004"/>
          <ac:picMkLst>
            <pc:docMk/>
            <pc:sldMk cId="38356631" sldId="2134804318"/>
            <ac:picMk id="13" creationId="{EA6A6A25-1CD4-4957-9EEB-7FAD59EAB32F}"/>
          </ac:picMkLst>
        </pc:picChg>
        <pc:picChg chg="del">
          <ac:chgData name="Ketil Hokstad" userId="ee9d68b1-d839-45f8-acab-6d25592eadbe" providerId="ADAL" clId="{C701E938-F1A2-4FF7-BCB0-B7EFBD5BDC35}" dt="2021-03-16T08:37:54.910" v="2994" actId="21"/>
          <ac:picMkLst>
            <pc:docMk/>
            <pc:sldMk cId="38356631" sldId="2134804318"/>
            <ac:picMk id="14" creationId="{BB9D4DAC-F58E-4E5F-9E5D-D9376F85E072}"/>
          </ac:picMkLst>
        </pc:picChg>
      </pc:sldChg>
      <pc:sldChg chg="add del">
        <pc:chgData name="Ketil Hokstad" userId="ee9d68b1-d839-45f8-acab-6d25592eadbe" providerId="ADAL" clId="{C701E938-F1A2-4FF7-BCB0-B7EFBD5BDC35}" dt="2021-03-16T08:29:44.092" v="2673"/>
        <pc:sldMkLst>
          <pc:docMk/>
          <pc:sldMk cId="195225052" sldId="2134804318"/>
        </pc:sldMkLst>
      </pc:sldChg>
      <pc:sldChg chg="add del">
        <pc:chgData name="Ketil Hokstad" userId="ee9d68b1-d839-45f8-acab-6d25592eadbe" providerId="ADAL" clId="{C701E938-F1A2-4FF7-BCB0-B7EFBD5BDC35}" dt="2021-03-16T08:28:49.875" v="2654"/>
        <pc:sldMkLst>
          <pc:docMk/>
          <pc:sldMk cId="3671770119" sldId="2134804318"/>
        </pc:sldMkLst>
      </pc:sldChg>
      <pc:sldChg chg="add del">
        <pc:chgData name="Ketil Hokstad" userId="ee9d68b1-d839-45f8-acab-6d25592eadbe" providerId="ADAL" clId="{C701E938-F1A2-4FF7-BCB0-B7EFBD5BDC35}" dt="2021-03-16T08:28:49.388" v="2653"/>
        <pc:sldMkLst>
          <pc:docMk/>
          <pc:sldMk cId="1350973842" sldId="2134804319"/>
        </pc:sldMkLst>
      </pc:sldChg>
      <pc:sldChg chg="addSp delSp modSp add mod modTransition">
        <pc:chgData name="Ketil Hokstad" userId="ee9d68b1-d839-45f8-acab-6d25592eadbe" providerId="ADAL" clId="{C701E938-F1A2-4FF7-BCB0-B7EFBD5BDC35}" dt="2021-03-16T09:23:27.095" v="4315"/>
        <pc:sldMkLst>
          <pc:docMk/>
          <pc:sldMk cId="1906555892" sldId="2134804319"/>
        </pc:sldMkLst>
        <pc:spChg chg="mod">
          <ac:chgData name="Ketil Hokstad" userId="ee9d68b1-d839-45f8-acab-6d25592eadbe" providerId="ADAL" clId="{C701E938-F1A2-4FF7-BCB0-B7EFBD5BDC35}" dt="2021-03-16T08:41:49.869" v="3073" actId="20577"/>
          <ac:spMkLst>
            <pc:docMk/>
            <pc:sldMk cId="1906555892" sldId="2134804319"/>
            <ac:spMk id="15" creationId="{2584106B-0AB7-4BBA-83D0-A290C39C3A98}"/>
          </ac:spMkLst>
        </pc:spChg>
        <pc:spChg chg="mod">
          <ac:chgData name="Ketil Hokstad" userId="ee9d68b1-d839-45f8-acab-6d25592eadbe" providerId="ADAL" clId="{C701E938-F1A2-4FF7-BCB0-B7EFBD5BDC35}" dt="2021-03-16T08:43:39.354" v="3216" actId="20577"/>
          <ac:spMkLst>
            <pc:docMk/>
            <pc:sldMk cId="1906555892" sldId="2134804319"/>
            <ac:spMk id="17" creationId="{66DE8458-C775-4AF3-87CC-CBC630886829}"/>
          </ac:spMkLst>
        </pc:spChg>
        <pc:spChg chg="mod">
          <ac:chgData name="Ketil Hokstad" userId="ee9d68b1-d839-45f8-acab-6d25592eadbe" providerId="ADAL" clId="{C701E938-F1A2-4FF7-BCB0-B7EFBD5BDC35}" dt="2021-03-16T09:04:24.436" v="3579" actId="20577"/>
          <ac:spMkLst>
            <pc:docMk/>
            <pc:sldMk cId="1906555892" sldId="2134804319"/>
            <ac:spMk id="18" creationId="{AC2AE240-21FC-4704-AEE9-E1CC5DD7599A}"/>
          </ac:spMkLst>
        </pc:spChg>
        <pc:picChg chg="del">
          <ac:chgData name="Ketil Hokstad" userId="ee9d68b1-d839-45f8-acab-6d25592eadbe" providerId="ADAL" clId="{C701E938-F1A2-4FF7-BCB0-B7EFBD5BDC35}" dt="2021-03-16T08:40:07.514" v="3007" actId="21"/>
          <ac:picMkLst>
            <pc:docMk/>
            <pc:sldMk cId="1906555892" sldId="2134804319"/>
            <ac:picMk id="4" creationId="{77E489C2-5A86-46AB-BDC8-980D43D16ED3}"/>
          </ac:picMkLst>
        </pc:picChg>
        <pc:picChg chg="add mod modCrop">
          <ac:chgData name="Ketil Hokstad" userId="ee9d68b1-d839-45f8-acab-6d25592eadbe" providerId="ADAL" clId="{C701E938-F1A2-4FF7-BCB0-B7EFBD5BDC35}" dt="2021-03-16T08:41:22.827" v="3071" actId="1076"/>
          <ac:picMkLst>
            <pc:docMk/>
            <pc:sldMk cId="1906555892" sldId="2134804319"/>
            <ac:picMk id="5" creationId="{2ACCA526-70F5-4E92-BA76-8BFA8E9195E5}"/>
          </ac:picMkLst>
        </pc:picChg>
        <pc:picChg chg="add mod">
          <ac:chgData name="Ketil Hokstad" userId="ee9d68b1-d839-45f8-acab-6d25592eadbe" providerId="ADAL" clId="{C701E938-F1A2-4FF7-BCB0-B7EFBD5BDC35}" dt="2021-03-16T08:39:24.976" v="3006"/>
          <ac:picMkLst>
            <pc:docMk/>
            <pc:sldMk cId="1906555892" sldId="2134804319"/>
            <ac:picMk id="13" creationId="{9278002E-BDF8-4B01-9DA0-4F1FF407F982}"/>
          </ac:picMkLst>
        </pc:picChg>
      </pc:sldChg>
      <pc:sldChg chg="add del">
        <pc:chgData name="Ketil Hokstad" userId="ee9d68b1-d839-45f8-acab-6d25592eadbe" providerId="ADAL" clId="{C701E938-F1A2-4FF7-BCB0-B7EFBD5BDC35}" dt="2021-03-16T08:29:43.347" v="2672"/>
        <pc:sldMkLst>
          <pc:docMk/>
          <pc:sldMk cId="2020542569" sldId="2134804319"/>
        </pc:sldMkLst>
      </pc:sldChg>
      <pc:sldChg chg="delSp add del mod ord">
        <pc:chgData name="Ketil Hokstad" userId="ee9d68b1-d839-45f8-acab-6d25592eadbe" providerId="ADAL" clId="{C701E938-F1A2-4FF7-BCB0-B7EFBD5BDC35}" dt="2021-03-16T08:48:28.294" v="3242" actId="2696"/>
        <pc:sldMkLst>
          <pc:docMk/>
          <pc:sldMk cId="1911284672" sldId="2134804320"/>
        </pc:sldMkLst>
        <pc:picChg chg="del">
          <ac:chgData name="Ketil Hokstad" userId="ee9d68b1-d839-45f8-acab-6d25592eadbe" providerId="ADAL" clId="{C701E938-F1A2-4FF7-BCB0-B7EFBD5BDC35}" dt="2021-03-16T08:46:29.249" v="3236" actId="21"/>
          <ac:picMkLst>
            <pc:docMk/>
            <pc:sldMk cId="1911284672" sldId="2134804320"/>
            <ac:picMk id="9" creationId="{E538AE06-E043-477A-8BDA-FC2523783E99}"/>
          </ac:picMkLst>
        </pc:picChg>
      </pc:sldChg>
      <pc:sldChg chg="add modTransition">
        <pc:chgData name="Ketil Hokstad" userId="ee9d68b1-d839-45f8-acab-6d25592eadbe" providerId="ADAL" clId="{C701E938-F1A2-4FF7-BCB0-B7EFBD5BDC35}" dt="2021-03-16T09:24:05.054" v="4317"/>
        <pc:sldMkLst>
          <pc:docMk/>
          <pc:sldMk cId="192118249" sldId="2134804321"/>
        </pc:sldMkLst>
      </pc:sldChg>
      <pc:sldChg chg="delSp modSp add mod">
        <pc:chgData name="Ketil Hokstad" userId="ee9d68b1-d839-45f8-acab-6d25592eadbe" providerId="ADAL" clId="{C701E938-F1A2-4FF7-BCB0-B7EFBD5BDC35}" dt="2021-03-16T09:05:46.640" v="3688" actId="21"/>
        <pc:sldMkLst>
          <pc:docMk/>
          <pc:sldMk cId="3984253501" sldId="2134804322"/>
        </pc:sldMkLst>
        <pc:spChg chg="mod">
          <ac:chgData name="Ketil Hokstad" userId="ee9d68b1-d839-45f8-acab-6d25592eadbe" providerId="ADAL" clId="{C701E938-F1A2-4FF7-BCB0-B7EFBD5BDC35}" dt="2021-03-16T09:05:05.254" v="3641" actId="5793"/>
          <ac:spMkLst>
            <pc:docMk/>
            <pc:sldMk cId="3984253501" sldId="2134804322"/>
            <ac:spMk id="18" creationId="{611FB40E-CB8F-4056-8BBD-8D70F07F2A61}"/>
          </ac:spMkLst>
        </pc:spChg>
        <pc:picChg chg="del">
          <ac:chgData name="Ketil Hokstad" userId="ee9d68b1-d839-45f8-acab-6d25592eadbe" providerId="ADAL" clId="{C701E938-F1A2-4FF7-BCB0-B7EFBD5BDC35}" dt="2021-03-16T09:05:46.640" v="3688" actId="21"/>
          <ac:picMkLst>
            <pc:docMk/>
            <pc:sldMk cId="3984253501" sldId="2134804322"/>
            <ac:picMk id="12" creationId="{88C3F3AC-7134-4818-9921-DB16B969A8C3}"/>
          </ac:picMkLst>
        </pc:picChg>
        <pc:picChg chg="ord">
          <ac:chgData name="Ketil Hokstad" userId="ee9d68b1-d839-45f8-acab-6d25592eadbe" providerId="ADAL" clId="{C701E938-F1A2-4FF7-BCB0-B7EFBD5BDC35}" dt="2021-03-16T09:05:43.647" v="3687" actId="167"/>
          <ac:picMkLst>
            <pc:docMk/>
            <pc:sldMk cId="3984253501" sldId="2134804322"/>
            <ac:picMk id="14" creationId="{C69663C4-9A13-48C5-A2C8-855D1FF141BF}"/>
          </ac:picMkLst>
        </pc:picChg>
        <pc:picChg chg="del">
          <ac:chgData name="Ketil Hokstad" userId="ee9d68b1-d839-45f8-acab-6d25592eadbe" providerId="ADAL" clId="{C701E938-F1A2-4FF7-BCB0-B7EFBD5BDC35}" dt="2021-03-16T09:05:38.680" v="3686" actId="21"/>
          <ac:picMkLst>
            <pc:docMk/>
            <pc:sldMk cId="3984253501" sldId="2134804322"/>
            <ac:picMk id="16" creationId="{D651605E-8D49-4690-9EE2-7F649BFB607F}"/>
          </ac:picMkLst>
        </pc:picChg>
      </pc:sldChg>
      <pc:sldChg chg="delSp modSp add mod modTransition">
        <pc:chgData name="Ketil Hokstad" userId="ee9d68b1-d839-45f8-acab-6d25592eadbe" providerId="ADAL" clId="{C701E938-F1A2-4FF7-BCB0-B7EFBD5BDC35}" dt="2021-03-16T09:22:25.919" v="4314"/>
        <pc:sldMkLst>
          <pc:docMk/>
          <pc:sldMk cId="1175586279" sldId="2134804323"/>
        </pc:sldMkLst>
        <pc:spChg chg="mod">
          <ac:chgData name="Ketil Hokstad" userId="ee9d68b1-d839-45f8-acab-6d25592eadbe" providerId="ADAL" clId="{C701E938-F1A2-4FF7-BCB0-B7EFBD5BDC35}" dt="2021-03-16T09:04:56.196" v="3600" actId="20577"/>
          <ac:spMkLst>
            <pc:docMk/>
            <pc:sldMk cId="1175586279" sldId="2134804323"/>
            <ac:spMk id="18" creationId="{611FB40E-CB8F-4056-8BBD-8D70F07F2A61}"/>
          </ac:spMkLst>
        </pc:spChg>
        <pc:picChg chg="del">
          <ac:chgData name="Ketil Hokstad" userId="ee9d68b1-d839-45f8-acab-6d25592eadbe" providerId="ADAL" clId="{C701E938-F1A2-4FF7-BCB0-B7EFBD5BDC35}" dt="2021-03-16T09:05:52.987" v="3690" actId="21"/>
          <ac:picMkLst>
            <pc:docMk/>
            <pc:sldMk cId="1175586279" sldId="2134804323"/>
            <ac:picMk id="14" creationId="{C69663C4-9A13-48C5-A2C8-855D1FF141BF}"/>
          </ac:picMkLst>
        </pc:picChg>
        <pc:picChg chg="del">
          <ac:chgData name="Ketil Hokstad" userId="ee9d68b1-d839-45f8-acab-6d25592eadbe" providerId="ADAL" clId="{C701E938-F1A2-4FF7-BCB0-B7EFBD5BDC35}" dt="2021-03-16T09:05:51.612" v="3689" actId="21"/>
          <ac:picMkLst>
            <pc:docMk/>
            <pc:sldMk cId="1175586279" sldId="2134804323"/>
            <ac:picMk id="16" creationId="{D651605E-8D49-4690-9EE2-7F649BFB607F}"/>
          </ac:picMkLst>
        </pc:picChg>
      </pc:sldChg>
      <pc:sldChg chg="addSp delSp modSp add mod">
        <pc:chgData name="Ketil Hokstad" userId="ee9d68b1-d839-45f8-acab-6d25592eadbe" providerId="ADAL" clId="{C701E938-F1A2-4FF7-BCB0-B7EFBD5BDC35}" dt="2021-03-16T09:11:19.892" v="3802" actId="20577"/>
        <pc:sldMkLst>
          <pc:docMk/>
          <pc:sldMk cId="1512833521" sldId="2134804324"/>
        </pc:sldMkLst>
        <pc:spChg chg="mod">
          <ac:chgData name="Ketil Hokstad" userId="ee9d68b1-d839-45f8-acab-6d25592eadbe" providerId="ADAL" clId="{C701E938-F1A2-4FF7-BCB0-B7EFBD5BDC35}" dt="2021-03-16T09:11:19.892" v="3802" actId="20577"/>
          <ac:spMkLst>
            <pc:docMk/>
            <pc:sldMk cId="1512833521" sldId="2134804324"/>
            <ac:spMk id="2" creationId="{A637C0E3-6401-405A-AE04-CD267C70DA21}"/>
          </ac:spMkLst>
        </pc:spChg>
        <pc:picChg chg="del">
          <ac:chgData name="Ketil Hokstad" userId="ee9d68b1-d839-45f8-acab-6d25592eadbe" providerId="ADAL" clId="{C701E938-F1A2-4FF7-BCB0-B7EFBD5BDC35}" dt="2021-03-16T09:06:33.428" v="3692" actId="21"/>
          <ac:picMkLst>
            <pc:docMk/>
            <pc:sldMk cId="1512833521" sldId="2134804324"/>
            <ac:picMk id="4" creationId="{968B3C3D-FA63-49AA-A3C3-77BB7209E12E}"/>
          </ac:picMkLst>
        </pc:picChg>
        <pc:picChg chg="add mod">
          <ac:chgData name="Ketil Hokstad" userId="ee9d68b1-d839-45f8-acab-6d25592eadbe" providerId="ADAL" clId="{C701E938-F1A2-4FF7-BCB0-B7EFBD5BDC35}" dt="2021-03-16T09:10:27.977" v="3744" actId="1037"/>
          <ac:picMkLst>
            <pc:docMk/>
            <pc:sldMk cId="1512833521" sldId="2134804324"/>
            <ac:picMk id="5" creationId="{24A62E63-EEAD-4EA8-9D3B-150351565DA5}"/>
          </ac:picMkLst>
        </pc:picChg>
      </pc:sldChg>
      <pc:sldChg chg="addSp delSp modSp add mod">
        <pc:chgData name="Ketil Hokstad" userId="ee9d68b1-d839-45f8-acab-6d25592eadbe" providerId="ADAL" clId="{C701E938-F1A2-4FF7-BCB0-B7EFBD5BDC35}" dt="2021-03-16T09:27:01.501" v="4320" actId="167"/>
        <pc:sldMkLst>
          <pc:docMk/>
          <pc:sldMk cId="929646831" sldId="2134804325"/>
        </pc:sldMkLst>
        <pc:spChg chg="mod">
          <ac:chgData name="Ketil Hokstad" userId="ee9d68b1-d839-45f8-acab-6d25592eadbe" providerId="ADAL" clId="{C701E938-F1A2-4FF7-BCB0-B7EFBD5BDC35}" dt="2021-03-16T09:12:35.064" v="3813" actId="20577"/>
          <ac:spMkLst>
            <pc:docMk/>
            <pc:sldMk cId="929646831" sldId="2134804325"/>
            <ac:spMk id="9" creationId="{C46B99F9-D0E9-4E1C-AE60-35C9531322D3}"/>
          </ac:spMkLst>
        </pc:spChg>
        <pc:spChg chg="mod">
          <ac:chgData name="Ketil Hokstad" userId="ee9d68b1-d839-45f8-acab-6d25592eadbe" providerId="ADAL" clId="{C701E938-F1A2-4FF7-BCB0-B7EFBD5BDC35}" dt="2021-03-16T09:21:41.941" v="4302" actId="1038"/>
          <ac:spMkLst>
            <pc:docMk/>
            <pc:sldMk cId="929646831" sldId="2134804325"/>
            <ac:spMk id="16" creationId="{C0FAF9A7-8DCB-4082-A910-AA7E24F3CD6E}"/>
          </ac:spMkLst>
        </pc:spChg>
        <pc:picChg chg="add mod ord modCrop">
          <ac:chgData name="Ketil Hokstad" userId="ee9d68b1-d839-45f8-acab-6d25592eadbe" providerId="ADAL" clId="{C701E938-F1A2-4FF7-BCB0-B7EFBD5BDC35}" dt="2021-03-16T09:27:01.501" v="4320" actId="167"/>
          <ac:picMkLst>
            <pc:docMk/>
            <pc:sldMk cId="929646831" sldId="2134804325"/>
            <ac:picMk id="4" creationId="{A03B2E6F-0A6C-4A25-825F-EC28FA03355C}"/>
          </ac:picMkLst>
        </pc:picChg>
        <pc:picChg chg="add mod ord modCrop">
          <ac:chgData name="Ketil Hokstad" userId="ee9d68b1-d839-45f8-acab-6d25592eadbe" providerId="ADAL" clId="{C701E938-F1A2-4FF7-BCB0-B7EFBD5BDC35}" dt="2021-03-16T09:21:46.698" v="4313" actId="1037"/>
          <ac:picMkLst>
            <pc:docMk/>
            <pc:sldMk cId="929646831" sldId="2134804325"/>
            <ac:picMk id="6" creationId="{7D85A539-22BC-445F-975C-652A849457C7}"/>
          </ac:picMkLst>
        </pc:picChg>
        <pc:picChg chg="add mod ord modCrop">
          <ac:chgData name="Ketil Hokstad" userId="ee9d68b1-d839-45f8-acab-6d25592eadbe" providerId="ADAL" clId="{C701E938-F1A2-4FF7-BCB0-B7EFBD5BDC35}" dt="2021-03-16T09:21:32.818" v="4285" actId="1037"/>
          <ac:picMkLst>
            <pc:docMk/>
            <pc:sldMk cId="929646831" sldId="2134804325"/>
            <ac:picMk id="8" creationId="{5F820D52-6C07-44F6-9BF9-89DEEE756ED8}"/>
          </ac:picMkLst>
        </pc:picChg>
        <pc:picChg chg="del">
          <ac:chgData name="Ketil Hokstad" userId="ee9d68b1-d839-45f8-acab-6d25592eadbe" providerId="ADAL" clId="{C701E938-F1A2-4FF7-BCB0-B7EFBD5BDC35}" dt="2021-03-16T09:12:39.314" v="3814" actId="21"/>
          <ac:picMkLst>
            <pc:docMk/>
            <pc:sldMk cId="929646831" sldId="2134804325"/>
            <ac:picMk id="10" creationId="{53EF317A-1B8D-42C2-B7F5-A88B69BEA5E1}"/>
          </ac:picMkLst>
        </pc:picChg>
        <pc:picChg chg="del">
          <ac:chgData name="Ketil Hokstad" userId="ee9d68b1-d839-45f8-acab-6d25592eadbe" providerId="ADAL" clId="{C701E938-F1A2-4FF7-BCB0-B7EFBD5BDC35}" dt="2021-03-16T09:12:43.878" v="3815" actId="21"/>
          <ac:picMkLst>
            <pc:docMk/>
            <pc:sldMk cId="929646831" sldId="2134804325"/>
            <ac:picMk id="11" creationId="{ED7472DE-D21D-48DC-8D84-9BC59C24FD98}"/>
          </ac:picMkLst>
        </pc:picChg>
        <pc:picChg chg="del">
          <ac:chgData name="Ketil Hokstad" userId="ee9d68b1-d839-45f8-acab-6d25592eadbe" providerId="ADAL" clId="{C701E938-F1A2-4FF7-BCB0-B7EFBD5BDC35}" dt="2021-03-16T09:12:39.314" v="3814" actId="21"/>
          <ac:picMkLst>
            <pc:docMk/>
            <pc:sldMk cId="929646831" sldId="2134804325"/>
            <ac:picMk id="12" creationId="{63449FDD-E69C-472E-BB98-3637C1FB463A}"/>
          </ac:picMkLst>
        </pc:picChg>
        <pc:picChg chg="del">
          <ac:chgData name="Ketil Hokstad" userId="ee9d68b1-d839-45f8-acab-6d25592eadbe" providerId="ADAL" clId="{C701E938-F1A2-4FF7-BCB0-B7EFBD5BDC35}" dt="2021-03-16T09:12:39.314" v="3814" actId="21"/>
          <ac:picMkLst>
            <pc:docMk/>
            <pc:sldMk cId="929646831" sldId="2134804325"/>
            <ac:picMk id="13" creationId="{B70FD39A-E085-4C72-BE67-59FBAC1AA60B}"/>
          </ac:picMkLst>
        </pc:picChg>
        <pc:picChg chg="del">
          <ac:chgData name="Ketil Hokstad" userId="ee9d68b1-d839-45f8-acab-6d25592eadbe" providerId="ADAL" clId="{C701E938-F1A2-4FF7-BCB0-B7EFBD5BDC35}" dt="2021-03-16T09:12:43.878" v="3815" actId="21"/>
          <ac:picMkLst>
            <pc:docMk/>
            <pc:sldMk cId="929646831" sldId="2134804325"/>
            <ac:picMk id="14" creationId="{4096657B-F37D-45F4-9100-03472B84D337}"/>
          </ac:picMkLst>
        </pc:picChg>
        <pc:picChg chg="del">
          <ac:chgData name="Ketil Hokstad" userId="ee9d68b1-d839-45f8-acab-6d25592eadbe" providerId="ADAL" clId="{C701E938-F1A2-4FF7-BCB0-B7EFBD5BDC35}" dt="2021-03-16T09:12:43.878" v="3815" actId="21"/>
          <ac:picMkLst>
            <pc:docMk/>
            <pc:sldMk cId="929646831" sldId="2134804325"/>
            <ac:picMk id="15" creationId="{A28DC61D-40A8-401D-8B50-880782752868}"/>
          </ac:picMkLst>
        </pc:picChg>
        <pc:picChg chg="add mod">
          <ac:chgData name="Ketil Hokstad" userId="ee9d68b1-d839-45f8-acab-6d25592eadbe" providerId="ADAL" clId="{C701E938-F1A2-4FF7-BCB0-B7EFBD5BDC35}" dt="2021-03-16T09:21:41.941" v="4302" actId="1038"/>
          <ac:picMkLst>
            <pc:docMk/>
            <pc:sldMk cId="929646831" sldId="2134804325"/>
            <ac:picMk id="17" creationId="{F4F27B20-68C0-4764-B3F3-9253119C9C41}"/>
          </ac:picMkLst>
        </pc:picChg>
        <pc:picChg chg="add mod">
          <ac:chgData name="Ketil Hokstad" userId="ee9d68b1-d839-45f8-acab-6d25592eadbe" providerId="ADAL" clId="{C701E938-F1A2-4FF7-BCB0-B7EFBD5BDC35}" dt="2021-03-16T09:21:41.941" v="4302" actId="1038"/>
          <ac:picMkLst>
            <pc:docMk/>
            <pc:sldMk cId="929646831" sldId="2134804325"/>
            <ac:picMk id="18" creationId="{A0BE052C-3FBD-4A05-8534-B6CEAF8E2281}"/>
          </ac:picMkLst>
        </pc:picChg>
        <pc:picChg chg="add mod ord">
          <ac:chgData name="Ketil Hokstad" userId="ee9d68b1-d839-45f8-acab-6d25592eadbe" providerId="ADAL" clId="{C701E938-F1A2-4FF7-BCB0-B7EFBD5BDC35}" dt="2021-03-16T09:21:41.941" v="4302" actId="1038"/>
          <ac:picMkLst>
            <pc:docMk/>
            <pc:sldMk cId="929646831" sldId="2134804325"/>
            <ac:picMk id="19" creationId="{1748D8DB-DA2E-4D45-9C1B-9393A7B8EDC1}"/>
          </ac:picMkLst>
        </pc:picChg>
      </pc:sldChg>
      <pc:sldChg chg="addSp delSp modSp new del mod">
        <pc:chgData name="Ketil Hokstad" userId="ee9d68b1-d839-45f8-acab-6d25592eadbe" providerId="ADAL" clId="{C701E938-F1A2-4FF7-BCB0-B7EFBD5BDC35}" dt="2021-03-16T09:21:00.704" v="4244" actId="2696"/>
        <pc:sldMkLst>
          <pc:docMk/>
          <pc:sldMk cId="3075527278" sldId="2134804326"/>
        </pc:sldMkLst>
        <pc:picChg chg="add del mod">
          <ac:chgData name="Ketil Hokstad" userId="ee9d68b1-d839-45f8-acab-6d25592eadbe" providerId="ADAL" clId="{C701E938-F1A2-4FF7-BCB0-B7EFBD5BDC35}" dt="2021-03-16T09:20:16.432" v="4057" actId="21"/>
          <ac:picMkLst>
            <pc:docMk/>
            <pc:sldMk cId="3075527278" sldId="2134804326"/>
            <ac:picMk id="4" creationId="{0BCB6AA8-A754-4E40-92E6-1CC0E3A3F4E4}"/>
          </ac:picMkLst>
        </pc:picChg>
        <pc:picChg chg="add del mod">
          <ac:chgData name="Ketil Hokstad" userId="ee9d68b1-d839-45f8-acab-6d25592eadbe" providerId="ADAL" clId="{C701E938-F1A2-4FF7-BCB0-B7EFBD5BDC35}" dt="2021-03-16T09:20:16.432" v="4057" actId="21"/>
          <ac:picMkLst>
            <pc:docMk/>
            <pc:sldMk cId="3075527278" sldId="2134804326"/>
            <ac:picMk id="6" creationId="{A41E4C89-38C1-4B45-86FD-4AA20158B484}"/>
          </ac:picMkLst>
        </pc:picChg>
        <pc:picChg chg="add del mod">
          <ac:chgData name="Ketil Hokstad" userId="ee9d68b1-d839-45f8-acab-6d25592eadbe" providerId="ADAL" clId="{C701E938-F1A2-4FF7-BCB0-B7EFBD5BDC35}" dt="2021-03-16T09:20:16.432" v="4057" actId="21"/>
          <ac:picMkLst>
            <pc:docMk/>
            <pc:sldMk cId="3075527278" sldId="2134804326"/>
            <ac:picMk id="8" creationId="{B1424560-E771-4A81-B93E-11BE76E7555A}"/>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EC84AE-7282-4695-8716-C7A09A106E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BA54720E-115C-42D4-A6F4-FA2F6CC0A06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EA88EB-8FDD-45EC-96FC-94A1AF99DAFF}" type="datetimeFigureOut">
              <a:rPr lang="en-GB" smtClean="0"/>
              <a:t>15/03/2021</a:t>
            </a:fld>
            <a:endParaRPr lang="en-GB"/>
          </a:p>
        </p:txBody>
      </p:sp>
      <p:sp>
        <p:nvSpPr>
          <p:cNvPr id="4" name="Footer Placeholder 3">
            <a:extLst>
              <a:ext uri="{FF2B5EF4-FFF2-40B4-BE49-F238E27FC236}">
                <a16:creationId xmlns:a16="http://schemas.microsoft.com/office/drawing/2014/main" id="{4CECD3B8-7ADF-49DE-84B0-42BA73A8C7F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1A57CE3-8B90-4654-A56B-20F3524C0E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B76F21D-FBDA-415F-AD90-9EF411C40755}" type="slidenum">
              <a:rPr lang="en-GB" smtClean="0"/>
              <a:t>‹#›</a:t>
            </a:fld>
            <a:endParaRPr lang="en-GB"/>
          </a:p>
        </p:txBody>
      </p:sp>
    </p:spTree>
    <p:extLst>
      <p:ext uri="{BB962C8B-B14F-4D97-AF65-F5344CB8AC3E}">
        <p14:creationId xmlns:p14="http://schemas.microsoft.com/office/powerpoint/2010/main" val="32427565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35AAD9-D119-47C5-9471-94F136996FDC}" type="datetimeFigureOut">
              <a:rPr lang="en-GB" smtClean="0"/>
              <a:t>15/03/2021</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C46255-B0A8-41CF-A15B-EB86725FC229}" type="slidenum">
              <a:rPr lang="en-GB" smtClean="0"/>
              <a:t>‹#›</a:t>
            </a:fld>
            <a:endParaRPr lang="en-GB"/>
          </a:p>
        </p:txBody>
      </p:sp>
    </p:spTree>
    <p:extLst>
      <p:ext uri="{BB962C8B-B14F-4D97-AF65-F5344CB8AC3E}">
        <p14:creationId xmlns:p14="http://schemas.microsoft.com/office/powerpoint/2010/main" val="900297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600450"/>
          </a:xfrm>
          <a:noFill/>
        </p:spPr>
        <p:txBody>
          <a:bodyPr tIns="0" bIns="0" anchor="b"/>
          <a:lstStyle>
            <a:lvl1pPr algn="l">
              <a:lnSpc>
                <a:spcPct val="100000"/>
              </a:lnSpc>
              <a:defRPr sz="3200">
                <a:solidFill>
                  <a:schemeClr val="accent6"/>
                </a:solidFill>
                <a:latin typeface="+mj-lt"/>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11186EE5-AECD-4CEC-A023-9347A1BFD171}"/>
              </a:ext>
            </a:extLst>
          </p:cNvPr>
          <p:cNvSpPr>
            <a:spLocks noGrp="1"/>
          </p:cNvSpPr>
          <p:nvPr userDrawn="1">
            <p:ph type="subTitle" idx="1"/>
          </p:nvPr>
        </p:nvSpPr>
        <p:spPr>
          <a:xfrm>
            <a:off x="694800" y="4473574"/>
            <a:ext cx="5335200" cy="1221625"/>
          </a:xfrm>
        </p:spPr>
        <p:txBody>
          <a:bodyPr/>
          <a:lstStyle>
            <a:lvl1pPr marL="0" indent="0" algn="l">
              <a:spcBef>
                <a:spcPts val="0"/>
              </a:spcBef>
              <a:spcAft>
                <a:spcPts val="0"/>
              </a:spcAft>
              <a:buNone/>
              <a:defRPr sz="1800" spc="0" baseline="0">
                <a:solidFill>
                  <a:srgbClr val="10344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pSp>
        <p:nvGrpSpPr>
          <p:cNvPr id="32" name="Group 31">
            <a:extLst>
              <a:ext uri="{FF2B5EF4-FFF2-40B4-BE49-F238E27FC236}">
                <a16:creationId xmlns:a16="http://schemas.microsoft.com/office/drawing/2014/main" id="{E188DCC9-1E72-4738-9BF4-4D96C25B1EB5}"/>
              </a:ext>
            </a:extLst>
          </p:cNvPr>
          <p:cNvGrpSpPr/>
          <p:nvPr userDrawn="1"/>
        </p:nvGrpSpPr>
        <p:grpSpPr>
          <a:xfrm>
            <a:off x="12302028" y="1854300"/>
            <a:ext cx="155539" cy="1166719"/>
            <a:chOff x="12302028" y="1799637"/>
            <a:chExt cx="155539" cy="1166719"/>
          </a:xfrm>
        </p:grpSpPr>
        <p:sp>
          <p:nvSpPr>
            <p:cNvPr id="61" name="Rectangle 156">
              <a:extLst>
                <a:ext uri="{FF2B5EF4-FFF2-40B4-BE49-F238E27FC236}">
                  <a16:creationId xmlns:a16="http://schemas.microsoft.com/office/drawing/2014/main" id="{079CA15A-2079-4227-80FD-5DA488067229}"/>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2" name="Rectangle 157">
              <a:extLst>
                <a:ext uri="{FF2B5EF4-FFF2-40B4-BE49-F238E27FC236}">
                  <a16:creationId xmlns:a16="http://schemas.microsoft.com/office/drawing/2014/main" id="{EA78C8AF-F980-4E1E-88AB-AF9D7879AF54}"/>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8">
              <a:extLst>
                <a:ext uri="{FF2B5EF4-FFF2-40B4-BE49-F238E27FC236}">
                  <a16:creationId xmlns:a16="http://schemas.microsoft.com/office/drawing/2014/main" id="{CDA8CEEA-4612-4465-9815-ED9F56459266}"/>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73">
              <a:extLst>
                <a:ext uri="{FF2B5EF4-FFF2-40B4-BE49-F238E27FC236}">
                  <a16:creationId xmlns:a16="http://schemas.microsoft.com/office/drawing/2014/main" id="{0C5B7F3B-808B-4B91-9AF9-F72936F8C86A}"/>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83">
              <a:extLst>
                <a:ext uri="{FF2B5EF4-FFF2-40B4-BE49-F238E27FC236}">
                  <a16:creationId xmlns:a16="http://schemas.microsoft.com/office/drawing/2014/main" id="{01666F7F-A02F-4270-9C25-BEE10EA64756}"/>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200">
              <a:extLst>
                <a:ext uri="{FF2B5EF4-FFF2-40B4-BE49-F238E27FC236}">
                  <a16:creationId xmlns:a16="http://schemas.microsoft.com/office/drawing/2014/main" id="{6F54B416-10C0-4F0B-A083-4341FBF364E1}"/>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7" name="Group 66">
            <a:extLst>
              <a:ext uri="{FF2B5EF4-FFF2-40B4-BE49-F238E27FC236}">
                <a16:creationId xmlns:a16="http://schemas.microsoft.com/office/drawing/2014/main" id="{C051CD14-11DB-4178-A452-261AE23C8C1C}"/>
              </a:ext>
            </a:extLst>
          </p:cNvPr>
          <p:cNvGrpSpPr/>
          <p:nvPr userDrawn="1"/>
        </p:nvGrpSpPr>
        <p:grpSpPr>
          <a:xfrm>
            <a:off x="12302028" y="0"/>
            <a:ext cx="155539" cy="1509130"/>
            <a:chOff x="12302028" y="154594"/>
            <a:chExt cx="155539" cy="1509130"/>
          </a:xfrm>
        </p:grpSpPr>
        <p:sp>
          <p:nvSpPr>
            <p:cNvPr id="68" name="Rectangle 188">
              <a:extLst>
                <a:ext uri="{FF2B5EF4-FFF2-40B4-BE49-F238E27FC236}">
                  <a16:creationId xmlns:a16="http://schemas.microsoft.com/office/drawing/2014/main" id="{BDDACEF3-424A-4672-AF5B-BEC2A6244EA7}"/>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9" name="Rectangle 189">
              <a:extLst>
                <a:ext uri="{FF2B5EF4-FFF2-40B4-BE49-F238E27FC236}">
                  <a16:creationId xmlns:a16="http://schemas.microsoft.com/office/drawing/2014/main" id="{98F559E9-8F7B-464D-9E0B-B7796190A385}"/>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90">
              <a:extLst>
                <a:ext uri="{FF2B5EF4-FFF2-40B4-BE49-F238E27FC236}">
                  <a16:creationId xmlns:a16="http://schemas.microsoft.com/office/drawing/2014/main" id="{990D1ABB-929C-47D0-954E-F73DD96EDAE9}"/>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1">
              <a:extLst>
                <a:ext uri="{FF2B5EF4-FFF2-40B4-BE49-F238E27FC236}">
                  <a16:creationId xmlns:a16="http://schemas.microsoft.com/office/drawing/2014/main" id="{7A17BB8A-C23C-4B8C-8B72-A35A9060BC34}"/>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2">
              <a:extLst>
                <a:ext uri="{FF2B5EF4-FFF2-40B4-BE49-F238E27FC236}">
                  <a16:creationId xmlns:a16="http://schemas.microsoft.com/office/drawing/2014/main" id="{3306DBD9-13A5-46DE-9173-2DAB780954FB}"/>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31">
              <a:extLst>
                <a:ext uri="{FF2B5EF4-FFF2-40B4-BE49-F238E27FC236}">
                  <a16:creationId xmlns:a16="http://schemas.microsoft.com/office/drawing/2014/main" id="{9D23C359-515E-4761-9551-B58234910DE6}"/>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3">
              <a:extLst>
                <a:ext uri="{FF2B5EF4-FFF2-40B4-BE49-F238E27FC236}">
                  <a16:creationId xmlns:a16="http://schemas.microsoft.com/office/drawing/2014/main" id="{87B95BE0-5F19-42EF-A37B-4289C03B4E66}"/>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192">
              <a:extLst>
                <a:ext uri="{FF2B5EF4-FFF2-40B4-BE49-F238E27FC236}">
                  <a16:creationId xmlns:a16="http://schemas.microsoft.com/office/drawing/2014/main" id="{3BEFFBA2-D014-46B9-B5B5-20BC9948E92F}"/>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6" name="Group 75">
            <a:extLst>
              <a:ext uri="{FF2B5EF4-FFF2-40B4-BE49-F238E27FC236}">
                <a16:creationId xmlns:a16="http://schemas.microsoft.com/office/drawing/2014/main" id="{932B0186-76B4-4CF5-8E29-73B065BEEA01}"/>
              </a:ext>
            </a:extLst>
          </p:cNvPr>
          <p:cNvGrpSpPr/>
          <p:nvPr userDrawn="1"/>
        </p:nvGrpSpPr>
        <p:grpSpPr>
          <a:xfrm>
            <a:off x="12302028" y="3366188"/>
            <a:ext cx="155539" cy="3491812"/>
            <a:chOff x="12302028" y="3266863"/>
            <a:chExt cx="155539" cy="3491812"/>
          </a:xfrm>
        </p:grpSpPr>
        <p:sp>
          <p:nvSpPr>
            <p:cNvPr id="77" name="Rectangle 174">
              <a:extLst>
                <a:ext uri="{FF2B5EF4-FFF2-40B4-BE49-F238E27FC236}">
                  <a16:creationId xmlns:a16="http://schemas.microsoft.com/office/drawing/2014/main" id="{D86F5E44-CEAE-42D8-8972-0CBB59B2A721}"/>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8" name="Rectangle 175">
              <a:extLst>
                <a:ext uri="{FF2B5EF4-FFF2-40B4-BE49-F238E27FC236}">
                  <a16:creationId xmlns:a16="http://schemas.microsoft.com/office/drawing/2014/main" id="{D5A73430-E091-4FC9-83BC-AA139417EF97}"/>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6">
              <a:extLst>
                <a:ext uri="{FF2B5EF4-FFF2-40B4-BE49-F238E27FC236}">
                  <a16:creationId xmlns:a16="http://schemas.microsoft.com/office/drawing/2014/main" id="{3C137230-0F4A-4B48-9731-417C3BD4383F}"/>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89">
              <a:extLst>
                <a:ext uri="{FF2B5EF4-FFF2-40B4-BE49-F238E27FC236}">
                  <a16:creationId xmlns:a16="http://schemas.microsoft.com/office/drawing/2014/main" id="{CFC461A7-9E26-4C3E-A4F4-68490800F88F}"/>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90">
              <a:extLst>
                <a:ext uri="{FF2B5EF4-FFF2-40B4-BE49-F238E27FC236}">
                  <a16:creationId xmlns:a16="http://schemas.microsoft.com/office/drawing/2014/main" id="{65CFB6AA-93F6-4010-8E6D-D239281B5E58}"/>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1">
              <a:extLst>
                <a:ext uri="{FF2B5EF4-FFF2-40B4-BE49-F238E27FC236}">
                  <a16:creationId xmlns:a16="http://schemas.microsoft.com/office/drawing/2014/main" id="{E5766B4A-7515-4382-9CAC-BE803DA048DE}"/>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83">
              <a:extLst>
                <a:ext uri="{FF2B5EF4-FFF2-40B4-BE49-F238E27FC236}">
                  <a16:creationId xmlns:a16="http://schemas.microsoft.com/office/drawing/2014/main" id="{BE79A808-88BF-45AA-A554-12C3CC6E4428}"/>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73">
              <a:extLst>
                <a:ext uri="{FF2B5EF4-FFF2-40B4-BE49-F238E27FC236}">
                  <a16:creationId xmlns:a16="http://schemas.microsoft.com/office/drawing/2014/main" id="{14F46305-12AB-473F-A8CC-A75A725575CB}"/>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56">
              <a:extLst>
                <a:ext uri="{FF2B5EF4-FFF2-40B4-BE49-F238E27FC236}">
                  <a16:creationId xmlns:a16="http://schemas.microsoft.com/office/drawing/2014/main" id="{9743D191-4B6F-41BA-8230-72D28DC521F0}"/>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7">
              <a:extLst>
                <a:ext uri="{FF2B5EF4-FFF2-40B4-BE49-F238E27FC236}">
                  <a16:creationId xmlns:a16="http://schemas.microsoft.com/office/drawing/2014/main" id="{275BF7C8-AA06-4195-A2C9-98B58CA8478A}"/>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8">
              <a:extLst>
                <a:ext uri="{FF2B5EF4-FFF2-40B4-BE49-F238E27FC236}">
                  <a16:creationId xmlns:a16="http://schemas.microsoft.com/office/drawing/2014/main" id="{8447B37F-691E-464F-BEFA-A73DB70A8CB3}"/>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6">
              <a:extLst>
                <a:ext uri="{FF2B5EF4-FFF2-40B4-BE49-F238E27FC236}">
                  <a16:creationId xmlns:a16="http://schemas.microsoft.com/office/drawing/2014/main" id="{2001F3F5-4373-4399-B6BD-40DF418C5A34}"/>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7">
              <a:extLst>
                <a:ext uri="{FF2B5EF4-FFF2-40B4-BE49-F238E27FC236}">
                  <a16:creationId xmlns:a16="http://schemas.microsoft.com/office/drawing/2014/main" id="{8CF84D46-811B-4077-8568-30DC091CF298}"/>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8">
              <a:extLst>
                <a:ext uri="{FF2B5EF4-FFF2-40B4-BE49-F238E27FC236}">
                  <a16:creationId xmlns:a16="http://schemas.microsoft.com/office/drawing/2014/main" id="{C6F9D2FF-01CB-4D31-A903-04E026215D17}"/>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74">
              <a:extLst>
                <a:ext uri="{FF2B5EF4-FFF2-40B4-BE49-F238E27FC236}">
                  <a16:creationId xmlns:a16="http://schemas.microsoft.com/office/drawing/2014/main" id="{E5166E44-5AF8-45C5-AC05-B9F61C3D8FA7}"/>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5">
              <a:extLst>
                <a:ext uri="{FF2B5EF4-FFF2-40B4-BE49-F238E27FC236}">
                  <a16:creationId xmlns:a16="http://schemas.microsoft.com/office/drawing/2014/main" id="{A42945EA-39DF-4F2B-9336-A99E65F63701}"/>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6">
              <a:extLst>
                <a:ext uri="{FF2B5EF4-FFF2-40B4-BE49-F238E27FC236}">
                  <a16:creationId xmlns:a16="http://schemas.microsoft.com/office/drawing/2014/main" id="{633E4C68-1161-4803-9126-36D7F68EB2B5}"/>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3">
              <a:extLst>
                <a:ext uri="{FF2B5EF4-FFF2-40B4-BE49-F238E27FC236}">
                  <a16:creationId xmlns:a16="http://schemas.microsoft.com/office/drawing/2014/main" id="{C8949F76-4F7E-47F7-8918-4B3ECDCD2450}"/>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5" name="TextBox 94">
            <a:extLst>
              <a:ext uri="{FF2B5EF4-FFF2-40B4-BE49-F238E27FC236}">
                <a16:creationId xmlns:a16="http://schemas.microsoft.com/office/drawing/2014/main" id="{5EDCAC5D-A9AA-4151-8772-53F9BC4DFC0E}"/>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6" name="TextBox 95">
            <a:extLst>
              <a:ext uri="{FF2B5EF4-FFF2-40B4-BE49-F238E27FC236}">
                <a16:creationId xmlns:a16="http://schemas.microsoft.com/office/drawing/2014/main" id="{8B680DA4-943F-42A0-B1A8-7B602CD0D4A0}"/>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7" name="TextBox 96">
            <a:extLst>
              <a:ext uri="{FF2B5EF4-FFF2-40B4-BE49-F238E27FC236}">
                <a16:creationId xmlns:a16="http://schemas.microsoft.com/office/drawing/2014/main" id="{7636CAFA-CBA6-46A0-AE47-07F72E5C6DD1}"/>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43" name="Graphic 42">
            <a:extLst>
              <a:ext uri="{FF2B5EF4-FFF2-40B4-BE49-F238E27FC236}">
                <a16:creationId xmlns:a16="http://schemas.microsoft.com/office/drawing/2014/main" id="{CE96131C-B81B-4A9C-A64B-413F047F15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4126463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Mist">
    <p:bg>
      <p:bgPr>
        <a:solidFill>
          <a:srgbClr val="CDEB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600450"/>
          </a:xfrm>
          <a:noFill/>
        </p:spPr>
        <p:txBody>
          <a:bodyPr tIns="0" bIns="0" anchor="b"/>
          <a:lstStyle>
            <a:lvl1pPr algn="l">
              <a:lnSpc>
                <a:spcPct val="100000"/>
              </a:lnSpc>
              <a:defRPr sz="3200">
                <a:solidFill>
                  <a:schemeClr val="accent6"/>
                </a:solidFill>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D8E30F04-5BFA-4CD7-919B-F181C8844131}"/>
              </a:ext>
            </a:extLst>
          </p:cNvPr>
          <p:cNvSpPr>
            <a:spLocks noGrp="1"/>
          </p:cNvSpPr>
          <p:nvPr>
            <p:ph type="subTitle" idx="1"/>
          </p:nvPr>
        </p:nvSpPr>
        <p:spPr>
          <a:xfrm>
            <a:off x="694800" y="4473574"/>
            <a:ext cx="5335200" cy="1221625"/>
          </a:xfrm>
        </p:spPr>
        <p:txBody>
          <a:bodyPr/>
          <a:lstStyle>
            <a:lvl1pPr marL="0" indent="0" algn="l">
              <a:spcBef>
                <a:spcPts val="0"/>
              </a:spcBef>
              <a:spcAft>
                <a:spcPts val="0"/>
              </a:spcAft>
              <a:buNone/>
              <a:defRPr sz="1800" spc="0" baseline="0">
                <a:solidFill>
                  <a:srgbClr val="10344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pSp>
        <p:nvGrpSpPr>
          <p:cNvPr id="32" name="Group 31">
            <a:extLst>
              <a:ext uri="{FF2B5EF4-FFF2-40B4-BE49-F238E27FC236}">
                <a16:creationId xmlns:a16="http://schemas.microsoft.com/office/drawing/2014/main" id="{51B3120C-01DC-4D1E-BAD1-12AE7C68C025}"/>
              </a:ext>
            </a:extLst>
          </p:cNvPr>
          <p:cNvGrpSpPr/>
          <p:nvPr userDrawn="1"/>
        </p:nvGrpSpPr>
        <p:grpSpPr>
          <a:xfrm>
            <a:off x="12302028" y="1854300"/>
            <a:ext cx="155539" cy="1166719"/>
            <a:chOff x="12302028" y="1799637"/>
            <a:chExt cx="155539" cy="1166719"/>
          </a:xfrm>
        </p:grpSpPr>
        <p:sp>
          <p:nvSpPr>
            <p:cNvPr id="34" name="Rectangle 156">
              <a:extLst>
                <a:ext uri="{FF2B5EF4-FFF2-40B4-BE49-F238E27FC236}">
                  <a16:creationId xmlns:a16="http://schemas.microsoft.com/office/drawing/2014/main" id="{CEAE09E1-30F6-49A0-AA7F-B61C77317063}"/>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5" name="Rectangle 157">
              <a:extLst>
                <a:ext uri="{FF2B5EF4-FFF2-40B4-BE49-F238E27FC236}">
                  <a16:creationId xmlns:a16="http://schemas.microsoft.com/office/drawing/2014/main" id="{E4087A33-4989-422F-9E6A-78C8231F2439}"/>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6" name="Rectangle 158">
              <a:extLst>
                <a:ext uri="{FF2B5EF4-FFF2-40B4-BE49-F238E27FC236}">
                  <a16:creationId xmlns:a16="http://schemas.microsoft.com/office/drawing/2014/main" id="{5C766812-18BE-424E-BD77-1AAEDC2285D5}"/>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7" name="Rectangle 173">
              <a:extLst>
                <a:ext uri="{FF2B5EF4-FFF2-40B4-BE49-F238E27FC236}">
                  <a16:creationId xmlns:a16="http://schemas.microsoft.com/office/drawing/2014/main" id="{16E5E7FF-6B95-4E3D-B70D-E8A0DFEEFAC3}"/>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8" name="Rectangle 183">
              <a:extLst>
                <a:ext uri="{FF2B5EF4-FFF2-40B4-BE49-F238E27FC236}">
                  <a16:creationId xmlns:a16="http://schemas.microsoft.com/office/drawing/2014/main" id="{623DBF0C-E9D8-4B21-A529-0BF4E8E80E47}"/>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9" name="Rectangle 200">
              <a:extLst>
                <a:ext uri="{FF2B5EF4-FFF2-40B4-BE49-F238E27FC236}">
                  <a16:creationId xmlns:a16="http://schemas.microsoft.com/office/drawing/2014/main" id="{BA97524D-C70A-4292-95A2-8F60FFE8430E}"/>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40" name="Group 39">
            <a:extLst>
              <a:ext uri="{FF2B5EF4-FFF2-40B4-BE49-F238E27FC236}">
                <a16:creationId xmlns:a16="http://schemas.microsoft.com/office/drawing/2014/main" id="{745004F8-FC5D-4341-B352-DC271C33CEE1}"/>
              </a:ext>
            </a:extLst>
          </p:cNvPr>
          <p:cNvGrpSpPr/>
          <p:nvPr userDrawn="1"/>
        </p:nvGrpSpPr>
        <p:grpSpPr>
          <a:xfrm>
            <a:off x="12302028" y="0"/>
            <a:ext cx="155539" cy="1509130"/>
            <a:chOff x="12302028" y="154594"/>
            <a:chExt cx="155539" cy="1509130"/>
          </a:xfrm>
        </p:grpSpPr>
        <p:sp>
          <p:nvSpPr>
            <p:cNvPr id="41" name="Rectangle 188">
              <a:extLst>
                <a:ext uri="{FF2B5EF4-FFF2-40B4-BE49-F238E27FC236}">
                  <a16:creationId xmlns:a16="http://schemas.microsoft.com/office/drawing/2014/main" id="{C1DEB8D0-96A8-4205-92A4-31D0C5F2268A}"/>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2" name="Rectangle 189">
              <a:extLst>
                <a:ext uri="{FF2B5EF4-FFF2-40B4-BE49-F238E27FC236}">
                  <a16:creationId xmlns:a16="http://schemas.microsoft.com/office/drawing/2014/main" id="{4692EC3B-1E77-4307-A00C-B645448131CF}"/>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3" name="Rectangle 190">
              <a:extLst>
                <a:ext uri="{FF2B5EF4-FFF2-40B4-BE49-F238E27FC236}">
                  <a16:creationId xmlns:a16="http://schemas.microsoft.com/office/drawing/2014/main" id="{45F4E8F8-D3AA-42A6-ADA6-BAAEE219F4B0}"/>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4" name="Rectangle 191">
              <a:extLst>
                <a:ext uri="{FF2B5EF4-FFF2-40B4-BE49-F238E27FC236}">
                  <a16:creationId xmlns:a16="http://schemas.microsoft.com/office/drawing/2014/main" id="{7FAB58C1-40F9-4054-96B5-6B7C39C88515}"/>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5" name="Rectangle 192">
              <a:extLst>
                <a:ext uri="{FF2B5EF4-FFF2-40B4-BE49-F238E27FC236}">
                  <a16:creationId xmlns:a16="http://schemas.microsoft.com/office/drawing/2014/main" id="{8BD4D132-4A56-4F1D-8E8A-F8A71AE7886D}"/>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6" name="Rectangle 31">
              <a:extLst>
                <a:ext uri="{FF2B5EF4-FFF2-40B4-BE49-F238E27FC236}">
                  <a16:creationId xmlns:a16="http://schemas.microsoft.com/office/drawing/2014/main" id="{3F22A6BA-40AD-404D-A6EC-AC4778996C1A}"/>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7" name="Rectangle 33">
              <a:extLst>
                <a:ext uri="{FF2B5EF4-FFF2-40B4-BE49-F238E27FC236}">
                  <a16:creationId xmlns:a16="http://schemas.microsoft.com/office/drawing/2014/main" id="{59492E51-BE3E-4EC1-BACC-BCD60D4D418B}"/>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8" name="Rectangle 192">
              <a:extLst>
                <a:ext uri="{FF2B5EF4-FFF2-40B4-BE49-F238E27FC236}">
                  <a16:creationId xmlns:a16="http://schemas.microsoft.com/office/drawing/2014/main" id="{D9A037EC-0D46-4123-8D9D-852BCE3F6515}"/>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49" name="Group 48">
            <a:extLst>
              <a:ext uri="{FF2B5EF4-FFF2-40B4-BE49-F238E27FC236}">
                <a16:creationId xmlns:a16="http://schemas.microsoft.com/office/drawing/2014/main" id="{2B49321C-094B-4A57-8BCE-4DC8E7E9134C}"/>
              </a:ext>
            </a:extLst>
          </p:cNvPr>
          <p:cNvGrpSpPr/>
          <p:nvPr userDrawn="1"/>
        </p:nvGrpSpPr>
        <p:grpSpPr>
          <a:xfrm>
            <a:off x="12302028" y="3366188"/>
            <a:ext cx="155539" cy="3491812"/>
            <a:chOff x="12302028" y="3266863"/>
            <a:chExt cx="155539" cy="3491812"/>
          </a:xfrm>
        </p:grpSpPr>
        <p:sp>
          <p:nvSpPr>
            <p:cNvPr id="50" name="Rectangle 174">
              <a:extLst>
                <a:ext uri="{FF2B5EF4-FFF2-40B4-BE49-F238E27FC236}">
                  <a16:creationId xmlns:a16="http://schemas.microsoft.com/office/drawing/2014/main" id="{C48F8B1C-FCF2-4562-8F1B-C4754FC0A23D}"/>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1" name="Rectangle 175">
              <a:extLst>
                <a:ext uri="{FF2B5EF4-FFF2-40B4-BE49-F238E27FC236}">
                  <a16:creationId xmlns:a16="http://schemas.microsoft.com/office/drawing/2014/main" id="{F721F277-9796-4915-B8B9-560D36C2E961}"/>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2" name="Rectangle 176">
              <a:extLst>
                <a:ext uri="{FF2B5EF4-FFF2-40B4-BE49-F238E27FC236}">
                  <a16:creationId xmlns:a16="http://schemas.microsoft.com/office/drawing/2014/main" id="{FAC2CB57-CED1-4AEB-B34F-78A8C03A9C37}"/>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3" name="Rectangle 189">
              <a:extLst>
                <a:ext uri="{FF2B5EF4-FFF2-40B4-BE49-F238E27FC236}">
                  <a16:creationId xmlns:a16="http://schemas.microsoft.com/office/drawing/2014/main" id="{4041210E-EB57-4EAF-B7C8-7E5A2974C19D}"/>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4" name="Rectangle 190">
              <a:extLst>
                <a:ext uri="{FF2B5EF4-FFF2-40B4-BE49-F238E27FC236}">
                  <a16:creationId xmlns:a16="http://schemas.microsoft.com/office/drawing/2014/main" id="{1DDAD817-2119-4950-9300-2C9B6DB953E8}"/>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5" name="Rectangle 191">
              <a:extLst>
                <a:ext uri="{FF2B5EF4-FFF2-40B4-BE49-F238E27FC236}">
                  <a16:creationId xmlns:a16="http://schemas.microsoft.com/office/drawing/2014/main" id="{2043191A-9851-44E1-94EF-CBD66BB6CD41}"/>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6" name="Rectangle 183">
              <a:extLst>
                <a:ext uri="{FF2B5EF4-FFF2-40B4-BE49-F238E27FC236}">
                  <a16:creationId xmlns:a16="http://schemas.microsoft.com/office/drawing/2014/main" id="{908469B3-42FB-4EF1-B628-8B51DEBB0F66}"/>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7" name="Rectangle 173">
              <a:extLst>
                <a:ext uri="{FF2B5EF4-FFF2-40B4-BE49-F238E27FC236}">
                  <a16:creationId xmlns:a16="http://schemas.microsoft.com/office/drawing/2014/main" id="{41C9D044-8771-445B-9EFC-2EA535AA5020}"/>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8" name="Rectangle 156">
              <a:extLst>
                <a:ext uri="{FF2B5EF4-FFF2-40B4-BE49-F238E27FC236}">
                  <a16:creationId xmlns:a16="http://schemas.microsoft.com/office/drawing/2014/main" id="{836CD73A-D24E-44C9-AA5A-29FD3CC4449E}"/>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9" name="Rectangle 157">
              <a:extLst>
                <a:ext uri="{FF2B5EF4-FFF2-40B4-BE49-F238E27FC236}">
                  <a16:creationId xmlns:a16="http://schemas.microsoft.com/office/drawing/2014/main" id="{210C06CF-9DE8-424C-9017-BC7FCF9ECEED}"/>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0" name="Rectangle 158">
              <a:extLst>
                <a:ext uri="{FF2B5EF4-FFF2-40B4-BE49-F238E27FC236}">
                  <a16:creationId xmlns:a16="http://schemas.microsoft.com/office/drawing/2014/main" id="{FBD00502-2ED4-40FB-B9CB-08057FC5A04F}"/>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6">
              <a:extLst>
                <a:ext uri="{FF2B5EF4-FFF2-40B4-BE49-F238E27FC236}">
                  <a16:creationId xmlns:a16="http://schemas.microsoft.com/office/drawing/2014/main" id="{0A1A135A-7294-4E0C-A352-B7181E586DD2}"/>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7">
              <a:extLst>
                <a:ext uri="{FF2B5EF4-FFF2-40B4-BE49-F238E27FC236}">
                  <a16:creationId xmlns:a16="http://schemas.microsoft.com/office/drawing/2014/main" id="{0DF74FF7-9791-436C-9A04-590194164552}"/>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8">
              <a:extLst>
                <a:ext uri="{FF2B5EF4-FFF2-40B4-BE49-F238E27FC236}">
                  <a16:creationId xmlns:a16="http://schemas.microsoft.com/office/drawing/2014/main" id="{536920D6-69F7-4B09-9161-56F8F765DE78}"/>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74">
              <a:extLst>
                <a:ext uri="{FF2B5EF4-FFF2-40B4-BE49-F238E27FC236}">
                  <a16:creationId xmlns:a16="http://schemas.microsoft.com/office/drawing/2014/main" id="{77126193-AAB0-4978-9760-095AD39E06FF}"/>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5">
              <a:extLst>
                <a:ext uri="{FF2B5EF4-FFF2-40B4-BE49-F238E27FC236}">
                  <a16:creationId xmlns:a16="http://schemas.microsoft.com/office/drawing/2014/main" id="{AF889E97-28D2-4EB4-BA1F-607DA14AD298}"/>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6">
              <a:extLst>
                <a:ext uri="{FF2B5EF4-FFF2-40B4-BE49-F238E27FC236}">
                  <a16:creationId xmlns:a16="http://schemas.microsoft.com/office/drawing/2014/main" id="{B6019C27-0ACC-42C9-9863-35C20BDD283D}"/>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3">
              <a:extLst>
                <a:ext uri="{FF2B5EF4-FFF2-40B4-BE49-F238E27FC236}">
                  <a16:creationId xmlns:a16="http://schemas.microsoft.com/office/drawing/2014/main" id="{BBF0568E-89F9-494E-B66D-569D4DD16644}"/>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5" name="TextBox 94">
            <a:extLst>
              <a:ext uri="{FF2B5EF4-FFF2-40B4-BE49-F238E27FC236}">
                <a16:creationId xmlns:a16="http://schemas.microsoft.com/office/drawing/2014/main" id="{1A74C212-58D7-4106-82C5-240574C8E740}"/>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6" name="TextBox 95">
            <a:extLst>
              <a:ext uri="{FF2B5EF4-FFF2-40B4-BE49-F238E27FC236}">
                <a16:creationId xmlns:a16="http://schemas.microsoft.com/office/drawing/2014/main" id="{4EA3C7B8-65A4-4868-8C99-EBF56CAC4389}"/>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7" name="TextBox 96">
            <a:extLst>
              <a:ext uri="{FF2B5EF4-FFF2-40B4-BE49-F238E27FC236}">
                <a16:creationId xmlns:a16="http://schemas.microsoft.com/office/drawing/2014/main" id="{947978BB-9918-4538-A54F-2845312B88FD}"/>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63" name="Graphic 62">
            <a:extLst>
              <a:ext uri="{FF2B5EF4-FFF2-40B4-BE49-F238E27FC236}">
                <a16:creationId xmlns:a16="http://schemas.microsoft.com/office/drawing/2014/main" id="{ED8EA7F7-CE42-4F58-86E0-FBC701DFD25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487255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Rose">
    <p:bg>
      <p:bgPr>
        <a:solidFill>
          <a:srgbClr val="FFDFE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600450"/>
          </a:xfrm>
          <a:noFill/>
        </p:spPr>
        <p:txBody>
          <a:bodyPr tIns="0" bIns="0" anchor="b"/>
          <a:lstStyle>
            <a:lvl1pPr algn="l">
              <a:lnSpc>
                <a:spcPct val="100000"/>
              </a:lnSpc>
              <a:defRPr sz="3200">
                <a:solidFill>
                  <a:schemeClr val="accent6"/>
                </a:solidFill>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26E6A6CC-87BC-48B0-B3D2-57BB7E19986B}"/>
              </a:ext>
            </a:extLst>
          </p:cNvPr>
          <p:cNvSpPr>
            <a:spLocks noGrp="1"/>
          </p:cNvSpPr>
          <p:nvPr>
            <p:ph type="subTitle" idx="1"/>
          </p:nvPr>
        </p:nvSpPr>
        <p:spPr>
          <a:xfrm>
            <a:off x="694800" y="4473574"/>
            <a:ext cx="5335200" cy="1221625"/>
          </a:xfrm>
        </p:spPr>
        <p:txBody>
          <a:bodyPr/>
          <a:lstStyle>
            <a:lvl1pPr marL="0" indent="0" algn="l">
              <a:spcBef>
                <a:spcPts val="0"/>
              </a:spcBef>
              <a:spcAft>
                <a:spcPts val="0"/>
              </a:spcAft>
              <a:buNone/>
              <a:defRPr sz="1800" spc="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pSp>
        <p:nvGrpSpPr>
          <p:cNvPr id="32" name="Group 31">
            <a:extLst>
              <a:ext uri="{FF2B5EF4-FFF2-40B4-BE49-F238E27FC236}">
                <a16:creationId xmlns:a16="http://schemas.microsoft.com/office/drawing/2014/main" id="{6BFC6E64-38F1-4044-BD91-AA56AA03B277}"/>
              </a:ext>
            </a:extLst>
          </p:cNvPr>
          <p:cNvGrpSpPr/>
          <p:nvPr userDrawn="1"/>
        </p:nvGrpSpPr>
        <p:grpSpPr>
          <a:xfrm>
            <a:off x="12302028" y="1854300"/>
            <a:ext cx="155539" cy="1166719"/>
            <a:chOff x="12302028" y="1799637"/>
            <a:chExt cx="155539" cy="1166719"/>
          </a:xfrm>
        </p:grpSpPr>
        <p:sp>
          <p:nvSpPr>
            <p:cNvPr id="61" name="Rectangle 156">
              <a:extLst>
                <a:ext uri="{FF2B5EF4-FFF2-40B4-BE49-F238E27FC236}">
                  <a16:creationId xmlns:a16="http://schemas.microsoft.com/office/drawing/2014/main" id="{ABAA33E4-E56C-42A7-9E1C-E6F11F1ADA92}"/>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2" name="Rectangle 157">
              <a:extLst>
                <a:ext uri="{FF2B5EF4-FFF2-40B4-BE49-F238E27FC236}">
                  <a16:creationId xmlns:a16="http://schemas.microsoft.com/office/drawing/2014/main" id="{9EEA9963-258F-40C6-B86F-5F48883968DF}"/>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8">
              <a:extLst>
                <a:ext uri="{FF2B5EF4-FFF2-40B4-BE49-F238E27FC236}">
                  <a16:creationId xmlns:a16="http://schemas.microsoft.com/office/drawing/2014/main" id="{0C4AD951-9BDB-447B-81ED-197771611702}"/>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73">
              <a:extLst>
                <a:ext uri="{FF2B5EF4-FFF2-40B4-BE49-F238E27FC236}">
                  <a16:creationId xmlns:a16="http://schemas.microsoft.com/office/drawing/2014/main" id="{514084A9-A079-4C9C-8AC1-8826D45EFBB1}"/>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83">
              <a:extLst>
                <a:ext uri="{FF2B5EF4-FFF2-40B4-BE49-F238E27FC236}">
                  <a16:creationId xmlns:a16="http://schemas.microsoft.com/office/drawing/2014/main" id="{78CE77FA-9470-4F14-AA66-AACE5ADF8418}"/>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200">
              <a:extLst>
                <a:ext uri="{FF2B5EF4-FFF2-40B4-BE49-F238E27FC236}">
                  <a16:creationId xmlns:a16="http://schemas.microsoft.com/office/drawing/2014/main" id="{181B3A98-3B79-46A9-8E4F-77A0EBEFC94C}"/>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7" name="Group 66">
            <a:extLst>
              <a:ext uri="{FF2B5EF4-FFF2-40B4-BE49-F238E27FC236}">
                <a16:creationId xmlns:a16="http://schemas.microsoft.com/office/drawing/2014/main" id="{D5EAFF19-0395-48D2-8028-AFE2E56713DF}"/>
              </a:ext>
            </a:extLst>
          </p:cNvPr>
          <p:cNvGrpSpPr/>
          <p:nvPr userDrawn="1"/>
        </p:nvGrpSpPr>
        <p:grpSpPr>
          <a:xfrm>
            <a:off x="12302028" y="0"/>
            <a:ext cx="155539" cy="1509130"/>
            <a:chOff x="12302028" y="154594"/>
            <a:chExt cx="155539" cy="1509130"/>
          </a:xfrm>
        </p:grpSpPr>
        <p:sp>
          <p:nvSpPr>
            <p:cNvPr id="68" name="Rectangle 188">
              <a:extLst>
                <a:ext uri="{FF2B5EF4-FFF2-40B4-BE49-F238E27FC236}">
                  <a16:creationId xmlns:a16="http://schemas.microsoft.com/office/drawing/2014/main" id="{178DE8F4-6B6F-46A5-B5C5-B3BB82E07B61}"/>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9" name="Rectangle 189">
              <a:extLst>
                <a:ext uri="{FF2B5EF4-FFF2-40B4-BE49-F238E27FC236}">
                  <a16:creationId xmlns:a16="http://schemas.microsoft.com/office/drawing/2014/main" id="{4D5FF7DB-25BF-49BF-9E65-A8813D573CC5}"/>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90">
              <a:extLst>
                <a:ext uri="{FF2B5EF4-FFF2-40B4-BE49-F238E27FC236}">
                  <a16:creationId xmlns:a16="http://schemas.microsoft.com/office/drawing/2014/main" id="{B4089DF2-10C7-4CA0-85A5-F70946E535CF}"/>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1">
              <a:extLst>
                <a:ext uri="{FF2B5EF4-FFF2-40B4-BE49-F238E27FC236}">
                  <a16:creationId xmlns:a16="http://schemas.microsoft.com/office/drawing/2014/main" id="{1F333FB1-889F-4826-88FA-9E17AC7F363E}"/>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2">
              <a:extLst>
                <a:ext uri="{FF2B5EF4-FFF2-40B4-BE49-F238E27FC236}">
                  <a16:creationId xmlns:a16="http://schemas.microsoft.com/office/drawing/2014/main" id="{CF6721E9-7E32-4E35-AE97-B7DCE7A1AAD9}"/>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31">
              <a:extLst>
                <a:ext uri="{FF2B5EF4-FFF2-40B4-BE49-F238E27FC236}">
                  <a16:creationId xmlns:a16="http://schemas.microsoft.com/office/drawing/2014/main" id="{4370C8E6-A2FE-4828-A4C1-DE16E6C807C7}"/>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3">
              <a:extLst>
                <a:ext uri="{FF2B5EF4-FFF2-40B4-BE49-F238E27FC236}">
                  <a16:creationId xmlns:a16="http://schemas.microsoft.com/office/drawing/2014/main" id="{FAF8F104-4817-4DFD-B716-2459FD378043}"/>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192">
              <a:extLst>
                <a:ext uri="{FF2B5EF4-FFF2-40B4-BE49-F238E27FC236}">
                  <a16:creationId xmlns:a16="http://schemas.microsoft.com/office/drawing/2014/main" id="{8BBFEEF5-8026-4CB1-A3D9-E0B3B266CDD8}"/>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6" name="Group 75">
            <a:extLst>
              <a:ext uri="{FF2B5EF4-FFF2-40B4-BE49-F238E27FC236}">
                <a16:creationId xmlns:a16="http://schemas.microsoft.com/office/drawing/2014/main" id="{424E0511-E115-4B2C-8720-186AF7EF35A2}"/>
              </a:ext>
            </a:extLst>
          </p:cNvPr>
          <p:cNvGrpSpPr/>
          <p:nvPr userDrawn="1"/>
        </p:nvGrpSpPr>
        <p:grpSpPr>
          <a:xfrm>
            <a:off x="12302028" y="3366188"/>
            <a:ext cx="155539" cy="3491812"/>
            <a:chOff x="12302028" y="3266863"/>
            <a:chExt cx="155539" cy="3491812"/>
          </a:xfrm>
        </p:grpSpPr>
        <p:sp>
          <p:nvSpPr>
            <p:cNvPr id="77" name="Rectangle 174">
              <a:extLst>
                <a:ext uri="{FF2B5EF4-FFF2-40B4-BE49-F238E27FC236}">
                  <a16:creationId xmlns:a16="http://schemas.microsoft.com/office/drawing/2014/main" id="{6043C622-94E2-42DB-81D2-B06D2FA69CE1}"/>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8" name="Rectangle 175">
              <a:extLst>
                <a:ext uri="{FF2B5EF4-FFF2-40B4-BE49-F238E27FC236}">
                  <a16:creationId xmlns:a16="http://schemas.microsoft.com/office/drawing/2014/main" id="{A6C0E9BE-5C3E-485B-991A-2056358C9B5B}"/>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6">
              <a:extLst>
                <a:ext uri="{FF2B5EF4-FFF2-40B4-BE49-F238E27FC236}">
                  <a16:creationId xmlns:a16="http://schemas.microsoft.com/office/drawing/2014/main" id="{EBCA76D6-BF3B-4E01-A418-55B26E93118E}"/>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89">
              <a:extLst>
                <a:ext uri="{FF2B5EF4-FFF2-40B4-BE49-F238E27FC236}">
                  <a16:creationId xmlns:a16="http://schemas.microsoft.com/office/drawing/2014/main" id="{8D2B3D80-36B0-479E-B9F1-07F82699CDAA}"/>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90">
              <a:extLst>
                <a:ext uri="{FF2B5EF4-FFF2-40B4-BE49-F238E27FC236}">
                  <a16:creationId xmlns:a16="http://schemas.microsoft.com/office/drawing/2014/main" id="{E119B345-D73D-4F19-B111-FF25324436DD}"/>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1">
              <a:extLst>
                <a:ext uri="{FF2B5EF4-FFF2-40B4-BE49-F238E27FC236}">
                  <a16:creationId xmlns:a16="http://schemas.microsoft.com/office/drawing/2014/main" id="{EE36DDF6-625E-48BB-AE41-0FAB7CBF5BE4}"/>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83">
              <a:extLst>
                <a:ext uri="{FF2B5EF4-FFF2-40B4-BE49-F238E27FC236}">
                  <a16:creationId xmlns:a16="http://schemas.microsoft.com/office/drawing/2014/main" id="{D1A6ECC1-E7D4-429D-8DB2-12A565DAB02B}"/>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73">
              <a:extLst>
                <a:ext uri="{FF2B5EF4-FFF2-40B4-BE49-F238E27FC236}">
                  <a16:creationId xmlns:a16="http://schemas.microsoft.com/office/drawing/2014/main" id="{0F86B758-742E-4A49-974D-21446237C28B}"/>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56">
              <a:extLst>
                <a:ext uri="{FF2B5EF4-FFF2-40B4-BE49-F238E27FC236}">
                  <a16:creationId xmlns:a16="http://schemas.microsoft.com/office/drawing/2014/main" id="{A96D313C-081A-4B30-9718-FB4E6A5E9AED}"/>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7">
              <a:extLst>
                <a:ext uri="{FF2B5EF4-FFF2-40B4-BE49-F238E27FC236}">
                  <a16:creationId xmlns:a16="http://schemas.microsoft.com/office/drawing/2014/main" id="{86E716ED-1862-4B87-9490-359EFB6E29AF}"/>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8">
              <a:extLst>
                <a:ext uri="{FF2B5EF4-FFF2-40B4-BE49-F238E27FC236}">
                  <a16:creationId xmlns:a16="http://schemas.microsoft.com/office/drawing/2014/main" id="{527E0864-48DF-4F9D-8FE4-25EBB3E01576}"/>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6">
              <a:extLst>
                <a:ext uri="{FF2B5EF4-FFF2-40B4-BE49-F238E27FC236}">
                  <a16:creationId xmlns:a16="http://schemas.microsoft.com/office/drawing/2014/main" id="{88EB492F-623B-47D9-A286-E2C219E10151}"/>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7">
              <a:extLst>
                <a:ext uri="{FF2B5EF4-FFF2-40B4-BE49-F238E27FC236}">
                  <a16:creationId xmlns:a16="http://schemas.microsoft.com/office/drawing/2014/main" id="{83669ED9-A50F-4F0E-9C89-4B10634DEAB3}"/>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8">
              <a:extLst>
                <a:ext uri="{FF2B5EF4-FFF2-40B4-BE49-F238E27FC236}">
                  <a16:creationId xmlns:a16="http://schemas.microsoft.com/office/drawing/2014/main" id="{D399BB16-3B8F-4F3F-8FD8-A679774B2054}"/>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74">
              <a:extLst>
                <a:ext uri="{FF2B5EF4-FFF2-40B4-BE49-F238E27FC236}">
                  <a16:creationId xmlns:a16="http://schemas.microsoft.com/office/drawing/2014/main" id="{E8171BB5-49B2-4BB6-8EB5-D761397F86AB}"/>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5">
              <a:extLst>
                <a:ext uri="{FF2B5EF4-FFF2-40B4-BE49-F238E27FC236}">
                  <a16:creationId xmlns:a16="http://schemas.microsoft.com/office/drawing/2014/main" id="{69E12258-0A97-459F-9775-4BFF9B43356B}"/>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6">
              <a:extLst>
                <a:ext uri="{FF2B5EF4-FFF2-40B4-BE49-F238E27FC236}">
                  <a16:creationId xmlns:a16="http://schemas.microsoft.com/office/drawing/2014/main" id="{E822BA7A-0991-4740-A4EE-8097BB879344}"/>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3">
              <a:extLst>
                <a:ext uri="{FF2B5EF4-FFF2-40B4-BE49-F238E27FC236}">
                  <a16:creationId xmlns:a16="http://schemas.microsoft.com/office/drawing/2014/main" id="{36003243-28C6-4EAB-B3BC-E9EB00C06942}"/>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5" name="TextBox 94">
            <a:extLst>
              <a:ext uri="{FF2B5EF4-FFF2-40B4-BE49-F238E27FC236}">
                <a16:creationId xmlns:a16="http://schemas.microsoft.com/office/drawing/2014/main" id="{49CFBCCF-6A75-4EB1-A90F-5C9AAC132B3D}"/>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6" name="TextBox 95">
            <a:extLst>
              <a:ext uri="{FF2B5EF4-FFF2-40B4-BE49-F238E27FC236}">
                <a16:creationId xmlns:a16="http://schemas.microsoft.com/office/drawing/2014/main" id="{9080F8BD-613B-40D6-8918-373050E8AD0E}"/>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7" name="TextBox 96">
            <a:extLst>
              <a:ext uri="{FF2B5EF4-FFF2-40B4-BE49-F238E27FC236}">
                <a16:creationId xmlns:a16="http://schemas.microsoft.com/office/drawing/2014/main" id="{C437D8DF-F630-4EAA-B5D3-8DCACE0213C6}"/>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45" name="Graphic 44">
            <a:extLst>
              <a:ext uri="{FF2B5EF4-FFF2-40B4-BE49-F238E27FC236}">
                <a16:creationId xmlns:a16="http://schemas.microsoft.com/office/drawing/2014/main" id="{9DDB087A-A02D-4D04-A4A9-3B9934DA8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521207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Mint">
    <p:bg>
      <p:bgPr>
        <a:solidFill>
          <a:srgbClr val="DEFAE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600450"/>
          </a:xfrm>
          <a:noFill/>
        </p:spPr>
        <p:txBody>
          <a:bodyPr tIns="0" bIns="0" anchor="b"/>
          <a:lstStyle>
            <a:lvl1pPr algn="l">
              <a:lnSpc>
                <a:spcPct val="100000"/>
              </a:lnSpc>
              <a:defRPr sz="3200">
                <a:solidFill>
                  <a:srgbClr val="00707A"/>
                </a:solidFill>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CA2289D4-5003-4DB9-BA05-97706D7704EC}"/>
              </a:ext>
            </a:extLst>
          </p:cNvPr>
          <p:cNvSpPr>
            <a:spLocks noGrp="1"/>
          </p:cNvSpPr>
          <p:nvPr>
            <p:ph type="subTitle" idx="1"/>
          </p:nvPr>
        </p:nvSpPr>
        <p:spPr>
          <a:xfrm>
            <a:off x="694800" y="4473574"/>
            <a:ext cx="5335200" cy="1221625"/>
          </a:xfrm>
        </p:spPr>
        <p:txBody>
          <a:bodyPr/>
          <a:lstStyle>
            <a:lvl1pPr marL="0" indent="0" algn="l">
              <a:spcBef>
                <a:spcPts val="0"/>
              </a:spcBef>
              <a:spcAft>
                <a:spcPts val="0"/>
              </a:spcAft>
              <a:buNone/>
              <a:defRPr sz="1800" spc="0" baseline="0">
                <a:solidFill>
                  <a:srgbClr val="10344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pSp>
        <p:nvGrpSpPr>
          <p:cNvPr id="32" name="Group 31">
            <a:extLst>
              <a:ext uri="{FF2B5EF4-FFF2-40B4-BE49-F238E27FC236}">
                <a16:creationId xmlns:a16="http://schemas.microsoft.com/office/drawing/2014/main" id="{2C138042-CD03-45C0-BB87-1CEA8679D810}"/>
              </a:ext>
            </a:extLst>
          </p:cNvPr>
          <p:cNvGrpSpPr/>
          <p:nvPr userDrawn="1"/>
        </p:nvGrpSpPr>
        <p:grpSpPr>
          <a:xfrm>
            <a:off x="12302028" y="1854300"/>
            <a:ext cx="155539" cy="1166719"/>
            <a:chOff x="12302028" y="1799637"/>
            <a:chExt cx="155539" cy="1166719"/>
          </a:xfrm>
        </p:grpSpPr>
        <p:sp>
          <p:nvSpPr>
            <p:cNvPr id="61" name="Rectangle 156">
              <a:extLst>
                <a:ext uri="{FF2B5EF4-FFF2-40B4-BE49-F238E27FC236}">
                  <a16:creationId xmlns:a16="http://schemas.microsoft.com/office/drawing/2014/main" id="{20DF9A50-A9F9-4BB4-B4FA-07E063DC874F}"/>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2" name="Rectangle 157">
              <a:extLst>
                <a:ext uri="{FF2B5EF4-FFF2-40B4-BE49-F238E27FC236}">
                  <a16:creationId xmlns:a16="http://schemas.microsoft.com/office/drawing/2014/main" id="{6EC1405B-FD31-499A-977A-6264ADAD1DCA}"/>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8">
              <a:extLst>
                <a:ext uri="{FF2B5EF4-FFF2-40B4-BE49-F238E27FC236}">
                  <a16:creationId xmlns:a16="http://schemas.microsoft.com/office/drawing/2014/main" id="{838F3297-874C-419E-BD56-3E5A7C169263}"/>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73">
              <a:extLst>
                <a:ext uri="{FF2B5EF4-FFF2-40B4-BE49-F238E27FC236}">
                  <a16:creationId xmlns:a16="http://schemas.microsoft.com/office/drawing/2014/main" id="{E94AD6F3-F8AB-4C51-967F-FF62D8F311C1}"/>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83">
              <a:extLst>
                <a:ext uri="{FF2B5EF4-FFF2-40B4-BE49-F238E27FC236}">
                  <a16:creationId xmlns:a16="http://schemas.microsoft.com/office/drawing/2014/main" id="{70CFE29C-F7AA-445F-84D0-40C8C26B8959}"/>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200">
              <a:extLst>
                <a:ext uri="{FF2B5EF4-FFF2-40B4-BE49-F238E27FC236}">
                  <a16:creationId xmlns:a16="http://schemas.microsoft.com/office/drawing/2014/main" id="{5E3BBA61-9B79-4635-A392-1758F80F75F3}"/>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7" name="Group 66">
            <a:extLst>
              <a:ext uri="{FF2B5EF4-FFF2-40B4-BE49-F238E27FC236}">
                <a16:creationId xmlns:a16="http://schemas.microsoft.com/office/drawing/2014/main" id="{DA179FA6-2334-4B63-A7ED-5923ABA05219}"/>
              </a:ext>
            </a:extLst>
          </p:cNvPr>
          <p:cNvGrpSpPr/>
          <p:nvPr userDrawn="1"/>
        </p:nvGrpSpPr>
        <p:grpSpPr>
          <a:xfrm>
            <a:off x="12302028" y="0"/>
            <a:ext cx="155539" cy="1509130"/>
            <a:chOff x="12302028" y="154594"/>
            <a:chExt cx="155539" cy="1509130"/>
          </a:xfrm>
        </p:grpSpPr>
        <p:sp>
          <p:nvSpPr>
            <p:cNvPr id="68" name="Rectangle 188">
              <a:extLst>
                <a:ext uri="{FF2B5EF4-FFF2-40B4-BE49-F238E27FC236}">
                  <a16:creationId xmlns:a16="http://schemas.microsoft.com/office/drawing/2014/main" id="{D214693A-DCAB-406E-88DF-959D9F41C193}"/>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9" name="Rectangle 189">
              <a:extLst>
                <a:ext uri="{FF2B5EF4-FFF2-40B4-BE49-F238E27FC236}">
                  <a16:creationId xmlns:a16="http://schemas.microsoft.com/office/drawing/2014/main" id="{9B6EBCD7-AAE3-4F75-A1E4-28390FABC7B8}"/>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90">
              <a:extLst>
                <a:ext uri="{FF2B5EF4-FFF2-40B4-BE49-F238E27FC236}">
                  <a16:creationId xmlns:a16="http://schemas.microsoft.com/office/drawing/2014/main" id="{58301EDC-4693-45FA-9F90-8A615EE6B081}"/>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1">
              <a:extLst>
                <a:ext uri="{FF2B5EF4-FFF2-40B4-BE49-F238E27FC236}">
                  <a16:creationId xmlns:a16="http://schemas.microsoft.com/office/drawing/2014/main" id="{DE6637C5-0558-4FEA-A214-D8148377C298}"/>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2">
              <a:extLst>
                <a:ext uri="{FF2B5EF4-FFF2-40B4-BE49-F238E27FC236}">
                  <a16:creationId xmlns:a16="http://schemas.microsoft.com/office/drawing/2014/main" id="{E4477010-F56A-4FC0-8278-AE22C81F5F87}"/>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31">
              <a:extLst>
                <a:ext uri="{FF2B5EF4-FFF2-40B4-BE49-F238E27FC236}">
                  <a16:creationId xmlns:a16="http://schemas.microsoft.com/office/drawing/2014/main" id="{9B99529E-F332-40AD-8ECD-367D3659DB0F}"/>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3">
              <a:extLst>
                <a:ext uri="{FF2B5EF4-FFF2-40B4-BE49-F238E27FC236}">
                  <a16:creationId xmlns:a16="http://schemas.microsoft.com/office/drawing/2014/main" id="{FD4AD8FA-144F-4994-9BCD-9DBE5852C121}"/>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192">
              <a:extLst>
                <a:ext uri="{FF2B5EF4-FFF2-40B4-BE49-F238E27FC236}">
                  <a16:creationId xmlns:a16="http://schemas.microsoft.com/office/drawing/2014/main" id="{EDFD1EC5-3052-4DF1-941F-C1F067DEE370}"/>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6" name="Group 75">
            <a:extLst>
              <a:ext uri="{FF2B5EF4-FFF2-40B4-BE49-F238E27FC236}">
                <a16:creationId xmlns:a16="http://schemas.microsoft.com/office/drawing/2014/main" id="{3F0B7E68-6574-4DA3-B398-5DDC53E1BC8A}"/>
              </a:ext>
            </a:extLst>
          </p:cNvPr>
          <p:cNvGrpSpPr/>
          <p:nvPr userDrawn="1"/>
        </p:nvGrpSpPr>
        <p:grpSpPr>
          <a:xfrm>
            <a:off x="12302028" y="3366188"/>
            <a:ext cx="155539" cy="3491812"/>
            <a:chOff x="12302028" y="3266863"/>
            <a:chExt cx="155539" cy="3491812"/>
          </a:xfrm>
        </p:grpSpPr>
        <p:sp>
          <p:nvSpPr>
            <p:cNvPr id="77" name="Rectangle 174">
              <a:extLst>
                <a:ext uri="{FF2B5EF4-FFF2-40B4-BE49-F238E27FC236}">
                  <a16:creationId xmlns:a16="http://schemas.microsoft.com/office/drawing/2014/main" id="{0915F4FC-7961-49D3-A215-A8C1D6DAC57C}"/>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8" name="Rectangle 175">
              <a:extLst>
                <a:ext uri="{FF2B5EF4-FFF2-40B4-BE49-F238E27FC236}">
                  <a16:creationId xmlns:a16="http://schemas.microsoft.com/office/drawing/2014/main" id="{E4C15C56-3ED2-4133-B23D-B0B7C4D11CE3}"/>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6">
              <a:extLst>
                <a:ext uri="{FF2B5EF4-FFF2-40B4-BE49-F238E27FC236}">
                  <a16:creationId xmlns:a16="http://schemas.microsoft.com/office/drawing/2014/main" id="{E6920B01-EFBA-4010-853C-99BCA6DBB8A6}"/>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89">
              <a:extLst>
                <a:ext uri="{FF2B5EF4-FFF2-40B4-BE49-F238E27FC236}">
                  <a16:creationId xmlns:a16="http://schemas.microsoft.com/office/drawing/2014/main" id="{7FCB9E9D-5402-4790-9F19-53953E2853E0}"/>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90">
              <a:extLst>
                <a:ext uri="{FF2B5EF4-FFF2-40B4-BE49-F238E27FC236}">
                  <a16:creationId xmlns:a16="http://schemas.microsoft.com/office/drawing/2014/main" id="{2B14C049-B1BD-4035-9656-36F7C93B67F1}"/>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1">
              <a:extLst>
                <a:ext uri="{FF2B5EF4-FFF2-40B4-BE49-F238E27FC236}">
                  <a16:creationId xmlns:a16="http://schemas.microsoft.com/office/drawing/2014/main" id="{EC8ED0DD-F37F-42E6-9395-58F31E6BFE67}"/>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83">
              <a:extLst>
                <a:ext uri="{FF2B5EF4-FFF2-40B4-BE49-F238E27FC236}">
                  <a16:creationId xmlns:a16="http://schemas.microsoft.com/office/drawing/2014/main" id="{07BE7E41-A990-4BF5-A87D-C17E3D0DEE8B}"/>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73">
              <a:extLst>
                <a:ext uri="{FF2B5EF4-FFF2-40B4-BE49-F238E27FC236}">
                  <a16:creationId xmlns:a16="http://schemas.microsoft.com/office/drawing/2014/main" id="{95BE193F-8266-4D53-A603-35E95E229CE7}"/>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56">
              <a:extLst>
                <a:ext uri="{FF2B5EF4-FFF2-40B4-BE49-F238E27FC236}">
                  <a16:creationId xmlns:a16="http://schemas.microsoft.com/office/drawing/2014/main" id="{D9D4D6BE-4632-4E65-9143-D2FA03BBFFCC}"/>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7">
              <a:extLst>
                <a:ext uri="{FF2B5EF4-FFF2-40B4-BE49-F238E27FC236}">
                  <a16:creationId xmlns:a16="http://schemas.microsoft.com/office/drawing/2014/main" id="{EAC74DE7-04EA-482F-BA06-FF510B640750}"/>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8">
              <a:extLst>
                <a:ext uri="{FF2B5EF4-FFF2-40B4-BE49-F238E27FC236}">
                  <a16:creationId xmlns:a16="http://schemas.microsoft.com/office/drawing/2014/main" id="{7BAA7BD0-7583-4BB9-9365-F0645E5C27D1}"/>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6">
              <a:extLst>
                <a:ext uri="{FF2B5EF4-FFF2-40B4-BE49-F238E27FC236}">
                  <a16:creationId xmlns:a16="http://schemas.microsoft.com/office/drawing/2014/main" id="{0B2F902B-5F8A-415A-802E-9C26AF365A52}"/>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7">
              <a:extLst>
                <a:ext uri="{FF2B5EF4-FFF2-40B4-BE49-F238E27FC236}">
                  <a16:creationId xmlns:a16="http://schemas.microsoft.com/office/drawing/2014/main" id="{D1155D44-E5DD-4D1E-ABEF-8E22D668143E}"/>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8">
              <a:extLst>
                <a:ext uri="{FF2B5EF4-FFF2-40B4-BE49-F238E27FC236}">
                  <a16:creationId xmlns:a16="http://schemas.microsoft.com/office/drawing/2014/main" id="{D632DCF3-5E91-462A-83B4-70E048B7A73B}"/>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74">
              <a:extLst>
                <a:ext uri="{FF2B5EF4-FFF2-40B4-BE49-F238E27FC236}">
                  <a16:creationId xmlns:a16="http://schemas.microsoft.com/office/drawing/2014/main" id="{5F180152-2733-4C98-BB81-1F1076C1424D}"/>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5">
              <a:extLst>
                <a:ext uri="{FF2B5EF4-FFF2-40B4-BE49-F238E27FC236}">
                  <a16:creationId xmlns:a16="http://schemas.microsoft.com/office/drawing/2014/main" id="{A79F84D1-BDFD-49E1-B2C6-4356B37AC4FC}"/>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6">
              <a:extLst>
                <a:ext uri="{FF2B5EF4-FFF2-40B4-BE49-F238E27FC236}">
                  <a16:creationId xmlns:a16="http://schemas.microsoft.com/office/drawing/2014/main" id="{D257DA93-0163-41A4-B3EB-09C1A11E801D}"/>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3">
              <a:extLst>
                <a:ext uri="{FF2B5EF4-FFF2-40B4-BE49-F238E27FC236}">
                  <a16:creationId xmlns:a16="http://schemas.microsoft.com/office/drawing/2014/main" id="{1F3AE492-54CB-4ACD-8650-87F935820D64}"/>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5" name="TextBox 94">
            <a:extLst>
              <a:ext uri="{FF2B5EF4-FFF2-40B4-BE49-F238E27FC236}">
                <a16:creationId xmlns:a16="http://schemas.microsoft.com/office/drawing/2014/main" id="{673964BA-AA6B-48E0-9D9C-B6A9702D8CF9}"/>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6" name="TextBox 95">
            <a:extLst>
              <a:ext uri="{FF2B5EF4-FFF2-40B4-BE49-F238E27FC236}">
                <a16:creationId xmlns:a16="http://schemas.microsoft.com/office/drawing/2014/main" id="{4A9B39C2-BEC7-44B6-BC54-6694086AD646}"/>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7" name="TextBox 96">
            <a:extLst>
              <a:ext uri="{FF2B5EF4-FFF2-40B4-BE49-F238E27FC236}">
                <a16:creationId xmlns:a16="http://schemas.microsoft.com/office/drawing/2014/main" id="{1188C149-E5E0-4F89-88F1-E95A7D3475D1}"/>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45" name="Graphic 44">
            <a:extLst>
              <a:ext uri="{FF2B5EF4-FFF2-40B4-BE49-F238E27FC236}">
                <a16:creationId xmlns:a16="http://schemas.microsoft.com/office/drawing/2014/main" id="{14E55712-88FE-4C2E-B4BA-6EEEFCB716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4265976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Moss">
    <p:bg>
      <p:bgPr>
        <a:solidFill>
          <a:srgbClr val="00707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600450"/>
          </a:xfrm>
          <a:noFill/>
        </p:spPr>
        <p:txBody>
          <a:bodyPr tIns="0" bIns="0" anchor="b"/>
          <a:lstStyle>
            <a:lvl1pPr algn="l">
              <a:lnSpc>
                <a:spcPct val="100000"/>
              </a:lnSpc>
              <a:defRPr sz="3200">
                <a:solidFill>
                  <a:schemeClr val="bg1"/>
                </a:solidFill>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42B175C0-F949-4BFB-A128-79A779B60833}"/>
              </a:ext>
            </a:extLst>
          </p:cNvPr>
          <p:cNvSpPr>
            <a:spLocks noGrp="1"/>
          </p:cNvSpPr>
          <p:nvPr>
            <p:ph type="subTitle" idx="1"/>
          </p:nvPr>
        </p:nvSpPr>
        <p:spPr>
          <a:xfrm>
            <a:off x="694800" y="4473574"/>
            <a:ext cx="5335200" cy="1221625"/>
          </a:xfrm>
        </p:spPr>
        <p:txBody>
          <a:bodyPr/>
          <a:lstStyle>
            <a:lvl1pPr marL="0" indent="0" algn="l">
              <a:spcBef>
                <a:spcPts val="0"/>
              </a:spcBef>
              <a:spcAft>
                <a:spcPts val="0"/>
              </a:spcAft>
              <a:buNone/>
              <a:defRPr sz="1800" spc="0" baseline="0">
                <a:solidFill>
                  <a:srgbClr val="DEFAEC"/>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pSp>
        <p:nvGrpSpPr>
          <p:cNvPr id="32" name="Group 31">
            <a:extLst>
              <a:ext uri="{FF2B5EF4-FFF2-40B4-BE49-F238E27FC236}">
                <a16:creationId xmlns:a16="http://schemas.microsoft.com/office/drawing/2014/main" id="{AF183650-0A52-46C4-AD8C-31A259BE5AFC}"/>
              </a:ext>
            </a:extLst>
          </p:cNvPr>
          <p:cNvGrpSpPr/>
          <p:nvPr userDrawn="1"/>
        </p:nvGrpSpPr>
        <p:grpSpPr>
          <a:xfrm>
            <a:off x="12302028" y="1854300"/>
            <a:ext cx="155539" cy="1166719"/>
            <a:chOff x="12302028" y="1799637"/>
            <a:chExt cx="155539" cy="1166719"/>
          </a:xfrm>
        </p:grpSpPr>
        <p:sp>
          <p:nvSpPr>
            <p:cNvPr id="61" name="Rectangle 156">
              <a:extLst>
                <a:ext uri="{FF2B5EF4-FFF2-40B4-BE49-F238E27FC236}">
                  <a16:creationId xmlns:a16="http://schemas.microsoft.com/office/drawing/2014/main" id="{4282BB06-F177-48CD-AB97-3FC2F5CC4F2D}"/>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2" name="Rectangle 157">
              <a:extLst>
                <a:ext uri="{FF2B5EF4-FFF2-40B4-BE49-F238E27FC236}">
                  <a16:creationId xmlns:a16="http://schemas.microsoft.com/office/drawing/2014/main" id="{94E0251C-C754-4010-955C-0C32773E8327}"/>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8">
              <a:extLst>
                <a:ext uri="{FF2B5EF4-FFF2-40B4-BE49-F238E27FC236}">
                  <a16:creationId xmlns:a16="http://schemas.microsoft.com/office/drawing/2014/main" id="{5430D876-3E64-49AE-B578-029F0C148FFA}"/>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73">
              <a:extLst>
                <a:ext uri="{FF2B5EF4-FFF2-40B4-BE49-F238E27FC236}">
                  <a16:creationId xmlns:a16="http://schemas.microsoft.com/office/drawing/2014/main" id="{740A357D-A443-4B3A-A1DE-4A8C5F872A05}"/>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83">
              <a:extLst>
                <a:ext uri="{FF2B5EF4-FFF2-40B4-BE49-F238E27FC236}">
                  <a16:creationId xmlns:a16="http://schemas.microsoft.com/office/drawing/2014/main" id="{99DA4815-3355-4EF7-9296-CB6779A7C1EF}"/>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200">
              <a:extLst>
                <a:ext uri="{FF2B5EF4-FFF2-40B4-BE49-F238E27FC236}">
                  <a16:creationId xmlns:a16="http://schemas.microsoft.com/office/drawing/2014/main" id="{64F6B988-D03C-4967-B218-7425E7B83F85}"/>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7" name="Group 66">
            <a:extLst>
              <a:ext uri="{FF2B5EF4-FFF2-40B4-BE49-F238E27FC236}">
                <a16:creationId xmlns:a16="http://schemas.microsoft.com/office/drawing/2014/main" id="{37F14DDB-373D-46E8-B99C-1814C8662BD0}"/>
              </a:ext>
            </a:extLst>
          </p:cNvPr>
          <p:cNvGrpSpPr/>
          <p:nvPr userDrawn="1"/>
        </p:nvGrpSpPr>
        <p:grpSpPr>
          <a:xfrm>
            <a:off x="12302028" y="0"/>
            <a:ext cx="155539" cy="1509130"/>
            <a:chOff x="12302028" y="154594"/>
            <a:chExt cx="155539" cy="1509130"/>
          </a:xfrm>
        </p:grpSpPr>
        <p:sp>
          <p:nvSpPr>
            <p:cNvPr id="68" name="Rectangle 188">
              <a:extLst>
                <a:ext uri="{FF2B5EF4-FFF2-40B4-BE49-F238E27FC236}">
                  <a16:creationId xmlns:a16="http://schemas.microsoft.com/office/drawing/2014/main" id="{029394F3-5934-49F4-A099-8AB152FA3500}"/>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9" name="Rectangle 189">
              <a:extLst>
                <a:ext uri="{FF2B5EF4-FFF2-40B4-BE49-F238E27FC236}">
                  <a16:creationId xmlns:a16="http://schemas.microsoft.com/office/drawing/2014/main" id="{22306288-B65F-4D46-8467-AE0A8D01C29A}"/>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90">
              <a:extLst>
                <a:ext uri="{FF2B5EF4-FFF2-40B4-BE49-F238E27FC236}">
                  <a16:creationId xmlns:a16="http://schemas.microsoft.com/office/drawing/2014/main" id="{FC86E667-E2D5-4345-A71F-854D7AD06183}"/>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1">
              <a:extLst>
                <a:ext uri="{FF2B5EF4-FFF2-40B4-BE49-F238E27FC236}">
                  <a16:creationId xmlns:a16="http://schemas.microsoft.com/office/drawing/2014/main" id="{19517652-7DC2-4163-8B59-77DD0741A020}"/>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2">
              <a:extLst>
                <a:ext uri="{FF2B5EF4-FFF2-40B4-BE49-F238E27FC236}">
                  <a16:creationId xmlns:a16="http://schemas.microsoft.com/office/drawing/2014/main" id="{B6FC000E-9C42-497D-9D83-0A8EB6F59413}"/>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31">
              <a:extLst>
                <a:ext uri="{FF2B5EF4-FFF2-40B4-BE49-F238E27FC236}">
                  <a16:creationId xmlns:a16="http://schemas.microsoft.com/office/drawing/2014/main" id="{2D367663-C0B6-4B08-A3BD-C01456619671}"/>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3">
              <a:extLst>
                <a:ext uri="{FF2B5EF4-FFF2-40B4-BE49-F238E27FC236}">
                  <a16:creationId xmlns:a16="http://schemas.microsoft.com/office/drawing/2014/main" id="{20976F41-D403-4398-AC97-199A4D95A6E5}"/>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192">
              <a:extLst>
                <a:ext uri="{FF2B5EF4-FFF2-40B4-BE49-F238E27FC236}">
                  <a16:creationId xmlns:a16="http://schemas.microsoft.com/office/drawing/2014/main" id="{5D6D0153-69FB-4DD0-938B-1A807F28CFCF}"/>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6" name="Group 75">
            <a:extLst>
              <a:ext uri="{FF2B5EF4-FFF2-40B4-BE49-F238E27FC236}">
                <a16:creationId xmlns:a16="http://schemas.microsoft.com/office/drawing/2014/main" id="{43069C9A-481D-41A5-BE41-42A070193552}"/>
              </a:ext>
            </a:extLst>
          </p:cNvPr>
          <p:cNvGrpSpPr/>
          <p:nvPr userDrawn="1"/>
        </p:nvGrpSpPr>
        <p:grpSpPr>
          <a:xfrm>
            <a:off x="12302028" y="3366188"/>
            <a:ext cx="155539" cy="3491812"/>
            <a:chOff x="12302028" y="3266863"/>
            <a:chExt cx="155539" cy="3491812"/>
          </a:xfrm>
        </p:grpSpPr>
        <p:sp>
          <p:nvSpPr>
            <p:cNvPr id="77" name="Rectangle 174">
              <a:extLst>
                <a:ext uri="{FF2B5EF4-FFF2-40B4-BE49-F238E27FC236}">
                  <a16:creationId xmlns:a16="http://schemas.microsoft.com/office/drawing/2014/main" id="{901F4FED-C72B-4F9E-BD7B-FC9D49F3593E}"/>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8" name="Rectangle 175">
              <a:extLst>
                <a:ext uri="{FF2B5EF4-FFF2-40B4-BE49-F238E27FC236}">
                  <a16:creationId xmlns:a16="http://schemas.microsoft.com/office/drawing/2014/main" id="{05731216-57C1-4A07-861C-C5A872CB8E84}"/>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6">
              <a:extLst>
                <a:ext uri="{FF2B5EF4-FFF2-40B4-BE49-F238E27FC236}">
                  <a16:creationId xmlns:a16="http://schemas.microsoft.com/office/drawing/2014/main" id="{4574AEA7-004E-4E6E-B463-A956CA084F27}"/>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89">
              <a:extLst>
                <a:ext uri="{FF2B5EF4-FFF2-40B4-BE49-F238E27FC236}">
                  <a16:creationId xmlns:a16="http://schemas.microsoft.com/office/drawing/2014/main" id="{4311D56E-835F-46EE-B5F8-0DD276BE4F9D}"/>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90">
              <a:extLst>
                <a:ext uri="{FF2B5EF4-FFF2-40B4-BE49-F238E27FC236}">
                  <a16:creationId xmlns:a16="http://schemas.microsoft.com/office/drawing/2014/main" id="{D3CEF090-2B98-4CDD-B722-8064A4AB0BD3}"/>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1">
              <a:extLst>
                <a:ext uri="{FF2B5EF4-FFF2-40B4-BE49-F238E27FC236}">
                  <a16:creationId xmlns:a16="http://schemas.microsoft.com/office/drawing/2014/main" id="{E5A03A5D-5FA7-4696-8B41-41D9CE7A735A}"/>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83">
              <a:extLst>
                <a:ext uri="{FF2B5EF4-FFF2-40B4-BE49-F238E27FC236}">
                  <a16:creationId xmlns:a16="http://schemas.microsoft.com/office/drawing/2014/main" id="{F11184C8-95F1-4117-92A7-9FA80A303804}"/>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73">
              <a:extLst>
                <a:ext uri="{FF2B5EF4-FFF2-40B4-BE49-F238E27FC236}">
                  <a16:creationId xmlns:a16="http://schemas.microsoft.com/office/drawing/2014/main" id="{5C867C24-B49A-4061-AD1A-915AFC22AE56}"/>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56">
              <a:extLst>
                <a:ext uri="{FF2B5EF4-FFF2-40B4-BE49-F238E27FC236}">
                  <a16:creationId xmlns:a16="http://schemas.microsoft.com/office/drawing/2014/main" id="{7353EC3E-0BEA-41B4-9751-51FD9B705602}"/>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7">
              <a:extLst>
                <a:ext uri="{FF2B5EF4-FFF2-40B4-BE49-F238E27FC236}">
                  <a16:creationId xmlns:a16="http://schemas.microsoft.com/office/drawing/2014/main" id="{C1DA1B4B-3675-4A6E-BBE8-C882B44D80E3}"/>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8">
              <a:extLst>
                <a:ext uri="{FF2B5EF4-FFF2-40B4-BE49-F238E27FC236}">
                  <a16:creationId xmlns:a16="http://schemas.microsoft.com/office/drawing/2014/main" id="{098692F4-1099-4EC9-9D6E-81A777F24B72}"/>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6">
              <a:extLst>
                <a:ext uri="{FF2B5EF4-FFF2-40B4-BE49-F238E27FC236}">
                  <a16:creationId xmlns:a16="http://schemas.microsoft.com/office/drawing/2014/main" id="{1AB9B200-608A-4C3D-8264-4483BE22EF22}"/>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7">
              <a:extLst>
                <a:ext uri="{FF2B5EF4-FFF2-40B4-BE49-F238E27FC236}">
                  <a16:creationId xmlns:a16="http://schemas.microsoft.com/office/drawing/2014/main" id="{461CC0EA-4E82-46B2-9873-3F694A1C31FF}"/>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8">
              <a:extLst>
                <a:ext uri="{FF2B5EF4-FFF2-40B4-BE49-F238E27FC236}">
                  <a16:creationId xmlns:a16="http://schemas.microsoft.com/office/drawing/2014/main" id="{3BACBCAB-8D52-43AC-A87B-FDFB5A75E807}"/>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74">
              <a:extLst>
                <a:ext uri="{FF2B5EF4-FFF2-40B4-BE49-F238E27FC236}">
                  <a16:creationId xmlns:a16="http://schemas.microsoft.com/office/drawing/2014/main" id="{A35C6339-65C8-46A5-BF48-C6D7787A2768}"/>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5">
              <a:extLst>
                <a:ext uri="{FF2B5EF4-FFF2-40B4-BE49-F238E27FC236}">
                  <a16:creationId xmlns:a16="http://schemas.microsoft.com/office/drawing/2014/main" id="{7BCB5AB1-C6F1-4C30-BDC7-F14394F0DDC1}"/>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6">
              <a:extLst>
                <a:ext uri="{FF2B5EF4-FFF2-40B4-BE49-F238E27FC236}">
                  <a16:creationId xmlns:a16="http://schemas.microsoft.com/office/drawing/2014/main" id="{66A088CF-C1E8-4A91-BB8D-9E3E85571413}"/>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3">
              <a:extLst>
                <a:ext uri="{FF2B5EF4-FFF2-40B4-BE49-F238E27FC236}">
                  <a16:creationId xmlns:a16="http://schemas.microsoft.com/office/drawing/2014/main" id="{72C7957D-5F44-4C2C-A429-4798A49A2574}"/>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5" name="TextBox 94">
            <a:extLst>
              <a:ext uri="{FF2B5EF4-FFF2-40B4-BE49-F238E27FC236}">
                <a16:creationId xmlns:a16="http://schemas.microsoft.com/office/drawing/2014/main" id="{A979A13F-ADAC-4352-8AAA-6ECBA5E547D4}"/>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6" name="TextBox 95">
            <a:extLst>
              <a:ext uri="{FF2B5EF4-FFF2-40B4-BE49-F238E27FC236}">
                <a16:creationId xmlns:a16="http://schemas.microsoft.com/office/drawing/2014/main" id="{28CAE253-660B-4A9D-B419-F79D8F54EB75}"/>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7" name="TextBox 96">
            <a:extLst>
              <a:ext uri="{FF2B5EF4-FFF2-40B4-BE49-F238E27FC236}">
                <a16:creationId xmlns:a16="http://schemas.microsoft.com/office/drawing/2014/main" id="{2537790F-3CAE-41AF-95CF-3E419CF3E04B}"/>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46" name="Graphic 45">
            <a:extLst>
              <a:ext uri="{FF2B5EF4-FFF2-40B4-BE49-F238E27FC236}">
                <a16:creationId xmlns:a16="http://schemas.microsoft.com/office/drawing/2014/main" id="{22EF7C66-DEA3-4318-B039-D57316A8837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3007753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Slate">
    <p:bg>
      <p:bgPr>
        <a:solidFill>
          <a:srgbClr val="10344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600450"/>
          </a:xfrm>
          <a:noFill/>
        </p:spPr>
        <p:txBody>
          <a:bodyPr tIns="0" bIns="0" anchor="b"/>
          <a:lstStyle>
            <a:lvl1pPr algn="l">
              <a:lnSpc>
                <a:spcPct val="100000"/>
              </a:lnSpc>
              <a:defRPr sz="3200">
                <a:solidFill>
                  <a:srgbClr val="73B1B6"/>
                </a:solidFill>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F5136A9E-1D77-433D-9BC7-E4443525AFD7}"/>
              </a:ext>
            </a:extLst>
          </p:cNvPr>
          <p:cNvSpPr>
            <a:spLocks noGrp="1"/>
          </p:cNvSpPr>
          <p:nvPr>
            <p:ph type="subTitle" idx="1"/>
          </p:nvPr>
        </p:nvSpPr>
        <p:spPr>
          <a:xfrm>
            <a:off x="694800" y="4473574"/>
            <a:ext cx="5335200" cy="1221625"/>
          </a:xfrm>
        </p:spPr>
        <p:txBody>
          <a:bodyPr/>
          <a:lstStyle>
            <a:lvl1pPr marL="0" indent="0" algn="l">
              <a:spcBef>
                <a:spcPts val="0"/>
              </a:spcBef>
              <a:spcAft>
                <a:spcPts val="0"/>
              </a:spcAft>
              <a:buNone/>
              <a:defRPr sz="1800" spc="0" baseline="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pSp>
        <p:nvGrpSpPr>
          <p:cNvPr id="32" name="Group 31">
            <a:extLst>
              <a:ext uri="{FF2B5EF4-FFF2-40B4-BE49-F238E27FC236}">
                <a16:creationId xmlns:a16="http://schemas.microsoft.com/office/drawing/2014/main" id="{46C9C179-CB41-46D4-97DF-1FED825F4908}"/>
              </a:ext>
            </a:extLst>
          </p:cNvPr>
          <p:cNvGrpSpPr/>
          <p:nvPr userDrawn="1"/>
        </p:nvGrpSpPr>
        <p:grpSpPr>
          <a:xfrm>
            <a:off x="12302028" y="1854300"/>
            <a:ext cx="155539" cy="1166719"/>
            <a:chOff x="12302028" y="1799637"/>
            <a:chExt cx="155539" cy="1166719"/>
          </a:xfrm>
        </p:grpSpPr>
        <p:sp>
          <p:nvSpPr>
            <p:cNvPr id="61" name="Rectangle 156">
              <a:extLst>
                <a:ext uri="{FF2B5EF4-FFF2-40B4-BE49-F238E27FC236}">
                  <a16:creationId xmlns:a16="http://schemas.microsoft.com/office/drawing/2014/main" id="{EEEFADD1-F723-4F8F-AA4F-5B32702F9DDC}"/>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2" name="Rectangle 157">
              <a:extLst>
                <a:ext uri="{FF2B5EF4-FFF2-40B4-BE49-F238E27FC236}">
                  <a16:creationId xmlns:a16="http://schemas.microsoft.com/office/drawing/2014/main" id="{07133160-B0C0-4D93-BAD2-A39B8933F3BC}"/>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8">
              <a:extLst>
                <a:ext uri="{FF2B5EF4-FFF2-40B4-BE49-F238E27FC236}">
                  <a16:creationId xmlns:a16="http://schemas.microsoft.com/office/drawing/2014/main" id="{0E6AF89F-5CC1-437D-9BBB-ED72F96F6232}"/>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73">
              <a:extLst>
                <a:ext uri="{FF2B5EF4-FFF2-40B4-BE49-F238E27FC236}">
                  <a16:creationId xmlns:a16="http://schemas.microsoft.com/office/drawing/2014/main" id="{537EAA2F-FECD-453E-8B9C-2E41259D83FD}"/>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83">
              <a:extLst>
                <a:ext uri="{FF2B5EF4-FFF2-40B4-BE49-F238E27FC236}">
                  <a16:creationId xmlns:a16="http://schemas.microsoft.com/office/drawing/2014/main" id="{7566228C-1BE1-46F6-A280-BBECD2A4219F}"/>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200">
              <a:extLst>
                <a:ext uri="{FF2B5EF4-FFF2-40B4-BE49-F238E27FC236}">
                  <a16:creationId xmlns:a16="http://schemas.microsoft.com/office/drawing/2014/main" id="{F45D0A59-5045-49AE-9016-E93B6478C9D3}"/>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7" name="Group 66">
            <a:extLst>
              <a:ext uri="{FF2B5EF4-FFF2-40B4-BE49-F238E27FC236}">
                <a16:creationId xmlns:a16="http://schemas.microsoft.com/office/drawing/2014/main" id="{39AF1FFB-A2BE-4818-BFCA-C339BBBA9036}"/>
              </a:ext>
            </a:extLst>
          </p:cNvPr>
          <p:cNvGrpSpPr/>
          <p:nvPr userDrawn="1"/>
        </p:nvGrpSpPr>
        <p:grpSpPr>
          <a:xfrm>
            <a:off x="12302028" y="0"/>
            <a:ext cx="155539" cy="1509130"/>
            <a:chOff x="12302028" y="154594"/>
            <a:chExt cx="155539" cy="1509130"/>
          </a:xfrm>
        </p:grpSpPr>
        <p:sp>
          <p:nvSpPr>
            <p:cNvPr id="68" name="Rectangle 188">
              <a:extLst>
                <a:ext uri="{FF2B5EF4-FFF2-40B4-BE49-F238E27FC236}">
                  <a16:creationId xmlns:a16="http://schemas.microsoft.com/office/drawing/2014/main" id="{F39F01FC-B9A0-4ADA-8848-780486F60CCD}"/>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9" name="Rectangle 189">
              <a:extLst>
                <a:ext uri="{FF2B5EF4-FFF2-40B4-BE49-F238E27FC236}">
                  <a16:creationId xmlns:a16="http://schemas.microsoft.com/office/drawing/2014/main" id="{B6396E2D-23AE-4B02-B33D-03349942FD59}"/>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90">
              <a:extLst>
                <a:ext uri="{FF2B5EF4-FFF2-40B4-BE49-F238E27FC236}">
                  <a16:creationId xmlns:a16="http://schemas.microsoft.com/office/drawing/2014/main" id="{8C1FD48E-3849-489D-9A9D-C11F41E3DE47}"/>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1">
              <a:extLst>
                <a:ext uri="{FF2B5EF4-FFF2-40B4-BE49-F238E27FC236}">
                  <a16:creationId xmlns:a16="http://schemas.microsoft.com/office/drawing/2014/main" id="{F73A4A8F-0899-49E4-A269-92E0BE17686F}"/>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2">
              <a:extLst>
                <a:ext uri="{FF2B5EF4-FFF2-40B4-BE49-F238E27FC236}">
                  <a16:creationId xmlns:a16="http://schemas.microsoft.com/office/drawing/2014/main" id="{CBD97638-E4B6-47B7-A328-5AF351C53EA5}"/>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31">
              <a:extLst>
                <a:ext uri="{FF2B5EF4-FFF2-40B4-BE49-F238E27FC236}">
                  <a16:creationId xmlns:a16="http://schemas.microsoft.com/office/drawing/2014/main" id="{BFF0A98D-1239-4089-8C5E-2E8E6DE72A79}"/>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3">
              <a:extLst>
                <a:ext uri="{FF2B5EF4-FFF2-40B4-BE49-F238E27FC236}">
                  <a16:creationId xmlns:a16="http://schemas.microsoft.com/office/drawing/2014/main" id="{787243B1-B059-450B-ADA8-20D839CEDE87}"/>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192">
              <a:extLst>
                <a:ext uri="{FF2B5EF4-FFF2-40B4-BE49-F238E27FC236}">
                  <a16:creationId xmlns:a16="http://schemas.microsoft.com/office/drawing/2014/main" id="{006B4AD2-22EE-41A5-9988-8C4DF3CF4DF4}"/>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6" name="Group 75">
            <a:extLst>
              <a:ext uri="{FF2B5EF4-FFF2-40B4-BE49-F238E27FC236}">
                <a16:creationId xmlns:a16="http://schemas.microsoft.com/office/drawing/2014/main" id="{E5912044-5348-4D82-B066-70CA4A90FC09}"/>
              </a:ext>
            </a:extLst>
          </p:cNvPr>
          <p:cNvGrpSpPr/>
          <p:nvPr userDrawn="1"/>
        </p:nvGrpSpPr>
        <p:grpSpPr>
          <a:xfrm>
            <a:off x="12302028" y="3366188"/>
            <a:ext cx="155539" cy="3491812"/>
            <a:chOff x="12302028" y="3266863"/>
            <a:chExt cx="155539" cy="3491812"/>
          </a:xfrm>
        </p:grpSpPr>
        <p:sp>
          <p:nvSpPr>
            <p:cNvPr id="77" name="Rectangle 174">
              <a:extLst>
                <a:ext uri="{FF2B5EF4-FFF2-40B4-BE49-F238E27FC236}">
                  <a16:creationId xmlns:a16="http://schemas.microsoft.com/office/drawing/2014/main" id="{6D689B32-75DC-4146-A752-6F75C3BA7D66}"/>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8" name="Rectangle 175">
              <a:extLst>
                <a:ext uri="{FF2B5EF4-FFF2-40B4-BE49-F238E27FC236}">
                  <a16:creationId xmlns:a16="http://schemas.microsoft.com/office/drawing/2014/main" id="{DDCEBDF1-170D-4FC5-A068-70480DE69C6A}"/>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6">
              <a:extLst>
                <a:ext uri="{FF2B5EF4-FFF2-40B4-BE49-F238E27FC236}">
                  <a16:creationId xmlns:a16="http://schemas.microsoft.com/office/drawing/2014/main" id="{DD88F53C-7D2B-40FC-9CBF-1ECA4D369688}"/>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89">
              <a:extLst>
                <a:ext uri="{FF2B5EF4-FFF2-40B4-BE49-F238E27FC236}">
                  <a16:creationId xmlns:a16="http://schemas.microsoft.com/office/drawing/2014/main" id="{57039F0E-B8DF-430A-9EB8-E4B493B460C5}"/>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90">
              <a:extLst>
                <a:ext uri="{FF2B5EF4-FFF2-40B4-BE49-F238E27FC236}">
                  <a16:creationId xmlns:a16="http://schemas.microsoft.com/office/drawing/2014/main" id="{2F57A1AE-9E10-418B-8719-240697467A1B}"/>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1">
              <a:extLst>
                <a:ext uri="{FF2B5EF4-FFF2-40B4-BE49-F238E27FC236}">
                  <a16:creationId xmlns:a16="http://schemas.microsoft.com/office/drawing/2014/main" id="{39402039-0C22-4DCC-AAAB-9D3E0E5A4B74}"/>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83">
              <a:extLst>
                <a:ext uri="{FF2B5EF4-FFF2-40B4-BE49-F238E27FC236}">
                  <a16:creationId xmlns:a16="http://schemas.microsoft.com/office/drawing/2014/main" id="{3A43BAE3-836A-4DFC-A4A5-CDA275CA2275}"/>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73">
              <a:extLst>
                <a:ext uri="{FF2B5EF4-FFF2-40B4-BE49-F238E27FC236}">
                  <a16:creationId xmlns:a16="http://schemas.microsoft.com/office/drawing/2014/main" id="{EAC01F5F-EFC4-4A36-ACCF-2FE205300C87}"/>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56">
              <a:extLst>
                <a:ext uri="{FF2B5EF4-FFF2-40B4-BE49-F238E27FC236}">
                  <a16:creationId xmlns:a16="http://schemas.microsoft.com/office/drawing/2014/main" id="{B1E6678C-A64D-4D62-A66A-20C18D627ED7}"/>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7">
              <a:extLst>
                <a:ext uri="{FF2B5EF4-FFF2-40B4-BE49-F238E27FC236}">
                  <a16:creationId xmlns:a16="http://schemas.microsoft.com/office/drawing/2014/main" id="{155C9F1D-F03B-40D8-91F7-AC7CC5A3DD7D}"/>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8">
              <a:extLst>
                <a:ext uri="{FF2B5EF4-FFF2-40B4-BE49-F238E27FC236}">
                  <a16:creationId xmlns:a16="http://schemas.microsoft.com/office/drawing/2014/main" id="{D4DFD332-2526-44D4-8491-99AF33171B36}"/>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6">
              <a:extLst>
                <a:ext uri="{FF2B5EF4-FFF2-40B4-BE49-F238E27FC236}">
                  <a16:creationId xmlns:a16="http://schemas.microsoft.com/office/drawing/2014/main" id="{7AEEE934-95D3-4D35-8508-90245ABD1FB1}"/>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7">
              <a:extLst>
                <a:ext uri="{FF2B5EF4-FFF2-40B4-BE49-F238E27FC236}">
                  <a16:creationId xmlns:a16="http://schemas.microsoft.com/office/drawing/2014/main" id="{2D20B943-618D-4F5A-B3DD-02ABCB51A442}"/>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8">
              <a:extLst>
                <a:ext uri="{FF2B5EF4-FFF2-40B4-BE49-F238E27FC236}">
                  <a16:creationId xmlns:a16="http://schemas.microsoft.com/office/drawing/2014/main" id="{257B1159-A584-41CE-9064-8733B5C2EBC1}"/>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74">
              <a:extLst>
                <a:ext uri="{FF2B5EF4-FFF2-40B4-BE49-F238E27FC236}">
                  <a16:creationId xmlns:a16="http://schemas.microsoft.com/office/drawing/2014/main" id="{0FEACFE6-840E-4699-86F8-63D530C5E80A}"/>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5">
              <a:extLst>
                <a:ext uri="{FF2B5EF4-FFF2-40B4-BE49-F238E27FC236}">
                  <a16:creationId xmlns:a16="http://schemas.microsoft.com/office/drawing/2014/main" id="{F5CD6176-7CFE-466C-8026-836B3AAD00CB}"/>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6">
              <a:extLst>
                <a:ext uri="{FF2B5EF4-FFF2-40B4-BE49-F238E27FC236}">
                  <a16:creationId xmlns:a16="http://schemas.microsoft.com/office/drawing/2014/main" id="{CB139271-40DA-42C0-8865-1F160E881CEC}"/>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3">
              <a:extLst>
                <a:ext uri="{FF2B5EF4-FFF2-40B4-BE49-F238E27FC236}">
                  <a16:creationId xmlns:a16="http://schemas.microsoft.com/office/drawing/2014/main" id="{1C88B0FE-40B3-4F32-BF77-346B42793EBF}"/>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5" name="TextBox 94">
            <a:extLst>
              <a:ext uri="{FF2B5EF4-FFF2-40B4-BE49-F238E27FC236}">
                <a16:creationId xmlns:a16="http://schemas.microsoft.com/office/drawing/2014/main" id="{34F0C1B0-DDCF-47A4-A5E4-AFECB5DB4CC7}"/>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6" name="TextBox 95">
            <a:extLst>
              <a:ext uri="{FF2B5EF4-FFF2-40B4-BE49-F238E27FC236}">
                <a16:creationId xmlns:a16="http://schemas.microsoft.com/office/drawing/2014/main" id="{0C5C1367-8BD4-4EBA-9157-901D62427D01}"/>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7" name="TextBox 96">
            <a:extLst>
              <a:ext uri="{FF2B5EF4-FFF2-40B4-BE49-F238E27FC236}">
                <a16:creationId xmlns:a16="http://schemas.microsoft.com/office/drawing/2014/main" id="{6C93E48F-4333-4F24-9A7A-423AB2A371D6}"/>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45" name="Graphic 44">
            <a:extLst>
              <a:ext uri="{FF2B5EF4-FFF2-40B4-BE49-F238E27FC236}">
                <a16:creationId xmlns:a16="http://schemas.microsoft.com/office/drawing/2014/main" id="{F6E765D1-7CCC-47DB-8355-6A6FD380CEF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3733977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Dark image">
    <p:bg>
      <p:bgPr>
        <a:solidFill>
          <a:schemeClr val="l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33539" cy="3600450"/>
          </a:xfrm>
        </p:spPr>
        <p:txBody>
          <a:bodyPr tIns="0" bIns="0" anchor="b"/>
          <a:lstStyle>
            <a:lvl1pPr algn="l">
              <a:lnSpc>
                <a:spcPct val="100000"/>
              </a:lnSpc>
              <a:defRPr sz="3200">
                <a:solidFill>
                  <a:schemeClr val="bg1"/>
                </a:solidFill>
              </a:defRPr>
            </a:lvl1pPr>
          </a:lstStyle>
          <a:p>
            <a:r>
              <a:rPr lang="en-US" noProof="0"/>
              <a:t>Click to edit Master title style</a:t>
            </a:r>
            <a:endParaRPr lang="en-GB" noProof="0"/>
          </a:p>
        </p:txBody>
      </p:sp>
      <p:sp>
        <p:nvSpPr>
          <p:cNvPr id="4" name="imageSlide" hidden="1">
            <a:extLst>
              <a:ext uri="{FF2B5EF4-FFF2-40B4-BE49-F238E27FC236}">
                <a16:creationId xmlns:a16="http://schemas.microsoft.com/office/drawing/2014/main" id="{223DF67C-B2C0-4D3F-B59F-8AB119B6729D}"/>
              </a:ext>
            </a:extLst>
          </p:cNvPr>
          <p:cNvSpPr/>
          <p:nvPr userDrawn="1"/>
        </p:nvSpPr>
        <p:spPr>
          <a:xfrm>
            <a:off x="995680" y="180796"/>
            <a:ext cx="782320" cy="42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Undertittel 2">
            <a:extLst>
              <a:ext uri="{FF2B5EF4-FFF2-40B4-BE49-F238E27FC236}">
                <a16:creationId xmlns:a16="http://schemas.microsoft.com/office/drawing/2014/main" id="{4C73CA65-0E28-4A2B-9830-7E41A5ABE94B}"/>
              </a:ext>
            </a:extLst>
          </p:cNvPr>
          <p:cNvSpPr>
            <a:spLocks noGrp="1"/>
          </p:cNvSpPr>
          <p:nvPr>
            <p:ph type="subTitle" idx="1"/>
          </p:nvPr>
        </p:nvSpPr>
        <p:spPr>
          <a:xfrm>
            <a:off x="694800" y="4473574"/>
            <a:ext cx="5335200" cy="1221625"/>
          </a:xfrm>
        </p:spPr>
        <p:txBody>
          <a:bodyPr/>
          <a:lstStyle>
            <a:lvl1pPr marL="0" indent="0" algn="l">
              <a:spcBef>
                <a:spcPts val="0"/>
              </a:spcBef>
              <a:spcAft>
                <a:spcPts val="0"/>
              </a:spcAft>
              <a:buNone/>
              <a:defRPr sz="18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pSp>
        <p:nvGrpSpPr>
          <p:cNvPr id="33" name="Group 32">
            <a:extLst>
              <a:ext uri="{FF2B5EF4-FFF2-40B4-BE49-F238E27FC236}">
                <a16:creationId xmlns:a16="http://schemas.microsoft.com/office/drawing/2014/main" id="{4C0DED52-85E6-4BD9-89EB-DF5687E49E25}"/>
              </a:ext>
            </a:extLst>
          </p:cNvPr>
          <p:cNvGrpSpPr/>
          <p:nvPr userDrawn="1"/>
        </p:nvGrpSpPr>
        <p:grpSpPr>
          <a:xfrm>
            <a:off x="12302028" y="1854300"/>
            <a:ext cx="155539" cy="1166719"/>
            <a:chOff x="12302028" y="1799637"/>
            <a:chExt cx="155539" cy="1166719"/>
          </a:xfrm>
        </p:grpSpPr>
        <p:sp>
          <p:nvSpPr>
            <p:cNvPr id="34" name="Rectangle 156">
              <a:extLst>
                <a:ext uri="{FF2B5EF4-FFF2-40B4-BE49-F238E27FC236}">
                  <a16:creationId xmlns:a16="http://schemas.microsoft.com/office/drawing/2014/main" id="{65B7BAAE-2A63-43D4-9EB2-4B8F4563C33E}"/>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7">
              <a:extLst>
                <a:ext uri="{FF2B5EF4-FFF2-40B4-BE49-F238E27FC236}">
                  <a16:creationId xmlns:a16="http://schemas.microsoft.com/office/drawing/2014/main" id="{7495DA74-9B8B-400F-8AAE-A30DB08713B9}"/>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58">
              <a:extLst>
                <a:ext uri="{FF2B5EF4-FFF2-40B4-BE49-F238E27FC236}">
                  <a16:creationId xmlns:a16="http://schemas.microsoft.com/office/drawing/2014/main" id="{BE21F911-48E6-458B-9FDD-95E67C28DB10}"/>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73">
              <a:extLst>
                <a:ext uri="{FF2B5EF4-FFF2-40B4-BE49-F238E27FC236}">
                  <a16:creationId xmlns:a16="http://schemas.microsoft.com/office/drawing/2014/main" id="{68AB3D6B-17E9-4E92-84BB-EAB3FFA5C2BD}"/>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183">
              <a:extLst>
                <a:ext uri="{FF2B5EF4-FFF2-40B4-BE49-F238E27FC236}">
                  <a16:creationId xmlns:a16="http://schemas.microsoft.com/office/drawing/2014/main" id="{CAB1D5E6-9358-4C75-AB87-DF5562823C1E}"/>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7" name="Rectangle 200">
              <a:extLst>
                <a:ext uri="{FF2B5EF4-FFF2-40B4-BE49-F238E27FC236}">
                  <a16:creationId xmlns:a16="http://schemas.microsoft.com/office/drawing/2014/main" id="{2B0E6AB2-26AA-49AA-8821-51EF78045330}"/>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8" name="Group 67">
            <a:extLst>
              <a:ext uri="{FF2B5EF4-FFF2-40B4-BE49-F238E27FC236}">
                <a16:creationId xmlns:a16="http://schemas.microsoft.com/office/drawing/2014/main" id="{98964646-8765-4A23-B170-44EDE715A666}"/>
              </a:ext>
            </a:extLst>
          </p:cNvPr>
          <p:cNvGrpSpPr/>
          <p:nvPr userDrawn="1"/>
        </p:nvGrpSpPr>
        <p:grpSpPr>
          <a:xfrm>
            <a:off x="12302028" y="0"/>
            <a:ext cx="155539" cy="1509130"/>
            <a:chOff x="12302028" y="154594"/>
            <a:chExt cx="155539" cy="1509130"/>
          </a:xfrm>
        </p:grpSpPr>
        <p:sp>
          <p:nvSpPr>
            <p:cNvPr id="69" name="Rectangle 188">
              <a:extLst>
                <a:ext uri="{FF2B5EF4-FFF2-40B4-BE49-F238E27FC236}">
                  <a16:creationId xmlns:a16="http://schemas.microsoft.com/office/drawing/2014/main" id="{D3FF6676-BCDD-4DEE-8256-53AADFB02189}"/>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89">
              <a:extLst>
                <a:ext uri="{FF2B5EF4-FFF2-40B4-BE49-F238E27FC236}">
                  <a16:creationId xmlns:a16="http://schemas.microsoft.com/office/drawing/2014/main" id="{588918B5-9017-48B7-AD1C-33A07137CCAC}"/>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0">
              <a:extLst>
                <a:ext uri="{FF2B5EF4-FFF2-40B4-BE49-F238E27FC236}">
                  <a16:creationId xmlns:a16="http://schemas.microsoft.com/office/drawing/2014/main" id="{CCE10D86-D6BC-4D93-A35D-EB7541C9099C}"/>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1">
              <a:extLst>
                <a:ext uri="{FF2B5EF4-FFF2-40B4-BE49-F238E27FC236}">
                  <a16:creationId xmlns:a16="http://schemas.microsoft.com/office/drawing/2014/main" id="{5181713F-8928-4259-B601-607B9687E81C}"/>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192">
              <a:extLst>
                <a:ext uri="{FF2B5EF4-FFF2-40B4-BE49-F238E27FC236}">
                  <a16:creationId xmlns:a16="http://schemas.microsoft.com/office/drawing/2014/main" id="{2C76EEFD-3846-4589-98D9-6904CD98EDC6}"/>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1">
              <a:extLst>
                <a:ext uri="{FF2B5EF4-FFF2-40B4-BE49-F238E27FC236}">
                  <a16:creationId xmlns:a16="http://schemas.microsoft.com/office/drawing/2014/main" id="{CE44FC93-6726-4FDD-8FDE-48EC3559A0B8}"/>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33">
              <a:extLst>
                <a:ext uri="{FF2B5EF4-FFF2-40B4-BE49-F238E27FC236}">
                  <a16:creationId xmlns:a16="http://schemas.microsoft.com/office/drawing/2014/main" id="{4A838E43-58C1-4EA8-B569-EDA7E0EEAD25}"/>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6" name="Rectangle 192">
              <a:extLst>
                <a:ext uri="{FF2B5EF4-FFF2-40B4-BE49-F238E27FC236}">
                  <a16:creationId xmlns:a16="http://schemas.microsoft.com/office/drawing/2014/main" id="{EA39C16E-79A1-46A0-818C-E3A0EAF4BCAE}"/>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7" name="Group 76">
            <a:extLst>
              <a:ext uri="{FF2B5EF4-FFF2-40B4-BE49-F238E27FC236}">
                <a16:creationId xmlns:a16="http://schemas.microsoft.com/office/drawing/2014/main" id="{11644DB3-724B-43D4-AAE3-97C90286CFF8}"/>
              </a:ext>
            </a:extLst>
          </p:cNvPr>
          <p:cNvGrpSpPr/>
          <p:nvPr userDrawn="1"/>
        </p:nvGrpSpPr>
        <p:grpSpPr>
          <a:xfrm>
            <a:off x="12302028" y="3366188"/>
            <a:ext cx="155539" cy="3491812"/>
            <a:chOff x="12302028" y="3266863"/>
            <a:chExt cx="155539" cy="3491812"/>
          </a:xfrm>
        </p:grpSpPr>
        <p:sp>
          <p:nvSpPr>
            <p:cNvPr id="78" name="Rectangle 174">
              <a:extLst>
                <a:ext uri="{FF2B5EF4-FFF2-40B4-BE49-F238E27FC236}">
                  <a16:creationId xmlns:a16="http://schemas.microsoft.com/office/drawing/2014/main" id="{10F12043-6ED0-460F-AFA8-EF6FB744D41D}"/>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5">
              <a:extLst>
                <a:ext uri="{FF2B5EF4-FFF2-40B4-BE49-F238E27FC236}">
                  <a16:creationId xmlns:a16="http://schemas.microsoft.com/office/drawing/2014/main" id="{6B5F9A39-FFAD-4399-AE83-804395A65C8E}"/>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76">
              <a:extLst>
                <a:ext uri="{FF2B5EF4-FFF2-40B4-BE49-F238E27FC236}">
                  <a16:creationId xmlns:a16="http://schemas.microsoft.com/office/drawing/2014/main" id="{935BB7D7-47EA-4096-8E04-C5F23ACA6362}"/>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89">
              <a:extLst>
                <a:ext uri="{FF2B5EF4-FFF2-40B4-BE49-F238E27FC236}">
                  <a16:creationId xmlns:a16="http://schemas.microsoft.com/office/drawing/2014/main" id="{E1DB422E-279D-4B16-A49C-8007B7DEA98F}"/>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0">
              <a:extLst>
                <a:ext uri="{FF2B5EF4-FFF2-40B4-BE49-F238E27FC236}">
                  <a16:creationId xmlns:a16="http://schemas.microsoft.com/office/drawing/2014/main" id="{58A2E012-28FE-43E0-AEBE-EEAC8B07CCE7}"/>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91">
              <a:extLst>
                <a:ext uri="{FF2B5EF4-FFF2-40B4-BE49-F238E27FC236}">
                  <a16:creationId xmlns:a16="http://schemas.microsoft.com/office/drawing/2014/main" id="{399E6DE7-1747-48FC-B4AF-F01C5EBE538D}"/>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83">
              <a:extLst>
                <a:ext uri="{FF2B5EF4-FFF2-40B4-BE49-F238E27FC236}">
                  <a16:creationId xmlns:a16="http://schemas.microsoft.com/office/drawing/2014/main" id="{DB829EFA-917B-4199-8433-6998CDBE0B49}"/>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73">
              <a:extLst>
                <a:ext uri="{FF2B5EF4-FFF2-40B4-BE49-F238E27FC236}">
                  <a16:creationId xmlns:a16="http://schemas.microsoft.com/office/drawing/2014/main" id="{41A1C27F-7FCD-4CC0-8CC5-ECFB2B0E65C4}"/>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6">
              <a:extLst>
                <a:ext uri="{FF2B5EF4-FFF2-40B4-BE49-F238E27FC236}">
                  <a16:creationId xmlns:a16="http://schemas.microsoft.com/office/drawing/2014/main" id="{126DA63A-7C62-48C1-87D9-45C830404DD1}"/>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7">
              <a:extLst>
                <a:ext uri="{FF2B5EF4-FFF2-40B4-BE49-F238E27FC236}">
                  <a16:creationId xmlns:a16="http://schemas.microsoft.com/office/drawing/2014/main" id="{9BB0166A-1AC1-43BB-9D71-061FC248C54F}"/>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8">
              <a:extLst>
                <a:ext uri="{FF2B5EF4-FFF2-40B4-BE49-F238E27FC236}">
                  <a16:creationId xmlns:a16="http://schemas.microsoft.com/office/drawing/2014/main" id="{B57CD4CE-98A0-453A-AF46-DF1DAAE0FC32}"/>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6">
              <a:extLst>
                <a:ext uri="{FF2B5EF4-FFF2-40B4-BE49-F238E27FC236}">
                  <a16:creationId xmlns:a16="http://schemas.microsoft.com/office/drawing/2014/main" id="{25312323-C41D-4F10-8C64-9FFC47C3284F}"/>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7">
              <a:extLst>
                <a:ext uri="{FF2B5EF4-FFF2-40B4-BE49-F238E27FC236}">
                  <a16:creationId xmlns:a16="http://schemas.microsoft.com/office/drawing/2014/main" id="{D5A48542-9018-461B-9D67-C58B1ED2DCB9}"/>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58">
              <a:extLst>
                <a:ext uri="{FF2B5EF4-FFF2-40B4-BE49-F238E27FC236}">
                  <a16:creationId xmlns:a16="http://schemas.microsoft.com/office/drawing/2014/main" id="{1BF7A4EE-A0AC-4728-87E5-28BD29886348}"/>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4">
              <a:extLst>
                <a:ext uri="{FF2B5EF4-FFF2-40B4-BE49-F238E27FC236}">
                  <a16:creationId xmlns:a16="http://schemas.microsoft.com/office/drawing/2014/main" id="{F8C8EEEE-BBF1-46C8-B43B-9BF4B3785F7B}"/>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5">
              <a:extLst>
                <a:ext uri="{FF2B5EF4-FFF2-40B4-BE49-F238E27FC236}">
                  <a16:creationId xmlns:a16="http://schemas.microsoft.com/office/drawing/2014/main" id="{B1B86911-2BFD-40F9-95DE-A5975A90E07E}"/>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6">
              <a:extLst>
                <a:ext uri="{FF2B5EF4-FFF2-40B4-BE49-F238E27FC236}">
                  <a16:creationId xmlns:a16="http://schemas.microsoft.com/office/drawing/2014/main" id="{1E5C9573-D18D-42D5-9E8F-548DC66B6723}"/>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5" name="Rectangle 173">
              <a:extLst>
                <a:ext uri="{FF2B5EF4-FFF2-40B4-BE49-F238E27FC236}">
                  <a16:creationId xmlns:a16="http://schemas.microsoft.com/office/drawing/2014/main" id="{A2AF57F4-97F7-4D31-AA1D-68CFCCDF3DE3}"/>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6" name="TextBox 95">
            <a:extLst>
              <a:ext uri="{FF2B5EF4-FFF2-40B4-BE49-F238E27FC236}">
                <a16:creationId xmlns:a16="http://schemas.microsoft.com/office/drawing/2014/main" id="{8E449EC5-31B6-4863-B880-64B6008EFDD8}"/>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7" name="TextBox 96">
            <a:extLst>
              <a:ext uri="{FF2B5EF4-FFF2-40B4-BE49-F238E27FC236}">
                <a16:creationId xmlns:a16="http://schemas.microsoft.com/office/drawing/2014/main" id="{9F02B2F5-2462-42DE-A41C-2EDF25D39C0B}"/>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8" name="TextBox 97">
            <a:extLst>
              <a:ext uri="{FF2B5EF4-FFF2-40B4-BE49-F238E27FC236}">
                <a16:creationId xmlns:a16="http://schemas.microsoft.com/office/drawing/2014/main" id="{C8B2DC8E-4C80-4C9E-8C9A-490D3AC54D3F}"/>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46" name="Graphic 45">
            <a:extLst>
              <a:ext uri="{FF2B5EF4-FFF2-40B4-BE49-F238E27FC236}">
                <a16:creationId xmlns:a16="http://schemas.microsoft.com/office/drawing/2014/main" id="{C7A0A1BD-DBA1-4EE2-8209-D24909FF729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43819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33539" cy="3600450"/>
          </a:xfrm>
        </p:spPr>
        <p:txBody>
          <a:bodyPr tIns="0" bIns="0" anchor="b"/>
          <a:lstStyle>
            <a:lvl1pPr algn="l">
              <a:lnSpc>
                <a:spcPct val="100000"/>
              </a:lnSpc>
              <a:defRPr sz="3200">
                <a:solidFill>
                  <a:srgbClr val="FF0942"/>
                </a:solidFill>
              </a:defRPr>
            </a:lvl1pPr>
          </a:lstStyle>
          <a:p>
            <a:r>
              <a:rPr lang="en-US" noProof="0"/>
              <a:t>Click to edit Master title style</a:t>
            </a:r>
            <a:endParaRPr lang="en-GB" noProof="0"/>
          </a:p>
        </p:txBody>
      </p:sp>
      <p:sp>
        <p:nvSpPr>
          <p:cNvPr id="7" name="imageSlide" hidden="1">
            <a:extLst>
              <a:ext uri="{FF2B5EF4-FFF2-40B4-BE49-F238E27FC236}">
                <a16:creationId xmlns:a16="http://schemas.microsoft.com/office/drawing/2014/main" id="{03A0DBB0-FFD4-4EE1-8049-02A1360D68B5}"/>
              </a:ext>
            </a:extLst>
          </p:cNvPr>
          <p:cNvSpPr/>
          <p:nvPr userDrawn="1"/>
        </p:nvSpPr>
        <p:spPr>
          <a:xfrm>
            <a:off x="995680" y="180796"/>
            <a:ext cx="782320" cy="42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Undertittel 2">
            <a:extLst>
              <a:ext uri="{FF2B5EF4-FFF2-40B4-BE49-F238E27FC236}">
                <a16:creationId xmlns:a16="http://schemas.microsoft.com/office/drawing/2014/main" id="{283EC197-AC2F-4210-BB53-22D8D21BC123}"/>
              </a:ext>
            </a:extLst>
          </p:cNvPr>
          <p:cNvSpPr>
            <a:spLocks noGrp="1"/>
          </p:cNvSpPr>
          <p:nvPr>
            <p:ph type="subTitle" idx="1"/>
          </p:nvPr>
        </p:nvSpPr>
        <p:spPr>
          <a:xfrm>
            <a:off x="694800" y="4473574"/>
            <a:ext cx="5335200" cy="1221625"/>
          </a:xfrm>
        </p:spPr>
        <p:txBody>
          <a:bodyPr/>
          <a:lstStyle>
            <a:lvl1pPr marL="0" indent="0" algn="l">
              <a:spcBef>
                <a:spcPts val="0"/>
              </a:spcBef>
              <a:spcAft>
                <a:spcPts val="0"/>
              </a:spcAft>
              <a:buNone/>
              <a:defRPr sz="1800" spc="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pSp>
        <p:nvGrpSpPr>
          <p:cNvPr id="33" name="Group 32">
            <a:extLst>
              <a:ext uri="{FF2B5EF4-FFF2-40B4-BE49-F238E27FC236}">
                <a16:creationId xmlns:a16="http://schemas.microsoft.com/office/drawing/2014/main" id="{5464A01B-E5CF-44DC-9B1C-A41EE56ECF07}"/>
              </a:ext>
            </a:extLst>
          </p:cNvPr>
          <p:cNvGrpSpPr/>
          <p:nvPr userDrawn="1"/>
        </p:nvGrpSpPr>
        <p:grpSpPr>
          <a:xfrm>
            <a:off x="12302028" y="1854300"/>
            <a:ext cx="155539" cy="1166719"/>
            <a:chOff x="12302028" y="1799637"/>
            <a:chExt cx="155539" cy="1166719"/>
          </a:xfrm>
        </p:grpSpPr>
        <p:sp>
          <p:nvSpPr>
            <p:cNvPr id="34" name="Rectangle 156">
              <a:extLst>
                <a:ext uri="{FF2B5EF4-FFF2-40B4-BE49-F238E27FC236}">
                  <a16:creationId xmlns:a16="http://schemas.microsoft.com/office/drawing/2014/main" id="{9DBFC198-ED67-4BC4-A301-CFBB5E38A446}"/>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7">
              <a:extLst>
                <a:ext uri="{FF2B5EF4-FFF2-40B4-BE49-F238E27FC236}">
                  <a16:creationId xmlns:a16="http://schemas.microsoft.com/office/drawing/2014/main" id="{89BBF5D7-D60A-4CA2-AC75-90D3F27682D9}"/>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58">
              <a:extLst>
                <a:ext uri="{FF2B5EF4-FFF2-40B4-BE49-F238E27FC236}">
                  <a16:creationId xmlns:a16="http://schemas.microsoft.com/office/drawing/2014/main" id="{219B46FF-7259-4320-BDFB-DD486E1FFE2A}"/>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73">
              <a:extLst>
                <a:ext uri="{FF2B5EF4-FFF2-40B4-BE49-F238E27FC236}">
                  <a16:creationId xmlns:a16="http://schemas.microsoft.com/office/drawing/2014/main" id="{5C0A165B-FEEE-4341-B7CE-167A949E3C92}"/>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183">
              <a:extLst>
                <a:ext uri="{FF2B5EF4-FFF2-40B4-BE49-F238E27FC236}">
                  <a16:creationId xmlns:a16="http://schemas.microsoft.com/office/drawing/2014/main" id="{658588B4-7321-4D41-9AD9-61014663435B}"/>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7" name="Rectangle 200">
              <a:extLst>
                <a:ext uri="{FF2B5EF4-FFF2-40B4-BE49-F238E27FC236}">
                  <a16:creationId xmlns:a16="http://schemas.microsoft.com/office/drawing/2014/main" id="{73D39B41-A553-476A-8E6E-D9060820A50C}"/>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8" name="Group 67">
            <a:extLst>
              <a:ext uri="{FF2B5EF4-FFF2-40B4-BE49-F238E27FC236}">
                <a16:creationId xmlns:a16="http://schemas.microsoft.com/office/drawing/2014/main" id="{08E4BCCE-2C0D-4C8A-8F5D-A1BC5451331A}"/>
              </a:ext>
            </a:extLst>
          </p:cNvPr>
          <p:cNvGrpSpPr/>
          <p:nvPr userDrawn="1"/>
        </p:nvGrpSpPr>
        <p:grpSpPr>
          <a:xfrm>
            <a:off x="12302028" y="0"/>
            <a:ext cx="155539" cy="1509130"/>
            <a:chOff x="12302028" y="154594"/>
            <a:chExt cx="155539" cy="1509130"/>
          </a:xfrm>
        </p:grpSpPr>
        <p:sp>
          <p:nvSpPr>
            <p:cNvPr id="69" name="Rectangle 188">
              <a:extLst>
                <a:ext uri="{FF2B5EF4-FFF2-40B4-BE49-F238E27FC236}">
                  <a16:creationId xmlns:a16="http://schemas.microsoft.com/office/drawing/2014/main" id="{B2DA834D-AC4F-4537-B21E-F1C6760461B7}"/>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89">
              <a:extLst>
                <a:ext uri="{FF2B5EF4-FFF2-40B4-BE49-F238E27FC236}">
                  <a16:creationId xmlns:a16="http://schemas.microsoft.com/office/drawing/2014/main" id="{9ED487C1-2626-41A6-8002-962CDFC055EC}"/>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0">
              <a:extLst>
                <a:ext uri="{FF2B5EF4-FFF2-40B4-BE49-F238E27FC236}">
                  <a16:creationId xmlns:a16="http://schemas.microsoft.com/office/drawing/2014/main" id="{DDE7CD12-6EB1-4205-AF4F-1EF2905C7602}"/>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1">
              <a:extLst>
                <a:ext uri="{FF2B5EF4-FFF2-40B4-BE49-F238E27FC236}">
                  <a16:creationId xmlns:a16="http://schemas.microsoft.com/office/drawing/2014/main" id="{23E7B8B2-8D7D-4991-96AC-167CB22EDA79}"/>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192">
              <a:extLst>
                <a:ext uri="{FF2B5EF4-FFF2-40B4-BE49-F238E27FC236}">
                  <a16:creationId xmlns:a16="http://schemas.microsoft.com/office/drawing/2014/main" id="{35A8674E-A932-4B7D-9975-84125C40DD04}"/>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1">
              <a:extLst>
                <a:ext uri="{FF2B5EF4-FFF2-40B4-BE49-F238E27FC236}">
                  <a16:creationId xmlns:a16="http://schemas.microsoft.com/office/drawing/2014/main" id="{D28A0050-F0C1-4C8D-9456-D581E558E3F1}"/>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33">
              <a:extLst>
                <a:ext uri="{FF2B5EF4-FFF2-40B4-BE49-F238E27FC236}">
                  <a16:creationId xmlns:a16="http://schemas.microsoft.com/office/drawing/2014/main" id="{0CED7727-6121-4F6F-A3E7-491AAC0B153A}"/>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6" name="Rectangle 192">
              <a:extLst>
                <a:ext uri="{FF2B5EF4-FFF2-40B4-BE49-F238E27FC236}">
                  <a16:creationId xmlns:a16="http://schemas.microsoft.com/office/drawing/2014/main" id="{087C375C-EC2E-4563-A9D9-E1C32B4562E0}"/>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7" name="Group 76">
            <a:extLst>
              <a:ext uri="{FF2B5EF4-FFF2-40B4-BE49-F238E27FC236}">
                <a16:creationId xmlns:a16="http://schemas.microsoft.com/office/drawing/2014/main" id="{E9A5EC11-728A-454E-AF61-7116CE393A4D}"/>
              </a:ext>
            </a:extLst>
          </p:cNvPr>
          <p:cNvGrpSpPr/>
          <p:nvPr userDrawn="1"/>
        </p:nvGrpSpPr>
        <p:grpSpPr>
          <a:xfrm>
            <a:off x="12302028" y="3366188"/>
            <a:ext cx="155539" cy="3491812"/>
            <a:chOff x="12302028" y="3266863"/>
            <a:chExt cx="155539" cy="3491812"/>
          </a:xfrm>
        </p:grpSpPr>
        <p:sp>
          <p:nvSpPr>
            <p:cNvPr id="78" name="Rectangle 174">
              <a:extLst>
                <a:ext uri="{FF2B5EF4-FFF2-40B4-BE49-F238E27FC236}">
                  <a16:creationId xmlns:a16="http://schemas.microsoft.com/office/drawing/2014/main" id="{3B954959-187F-4E15-9652-797222BB1122}"/>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5">
              <a:extLst>
                <a:ext uri="{FF2B5EF4-FFF2-40B4-BE49-F238E27FC236}">
                  <a16:creationId xmlns:a16="http://schemas.microsoft.com/office/drawing/2014/main" id="{C78231BD-474C-4A45-A519-71904704F1C2}"/>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76">
              <a:extLst>
                <a:ext uri="{FF2B5EF4-FFF2-40B4-BE49-F238E27FC236}">
                  <a16:creationId xmlns:a16="http://schemas.microsoft.com/office/drawing/2014/main" id="{7C4F118D-53C3-496E-B2CA-67B772D88A27}"/>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89">
              <a:extLst>
                <a:ext uri="{FF2B5EF4-FFF2-40B4-BE49-F238E27FC236}">
                  <a16:creationId xmlns:a16="http://schemas.microsoft.com/office/drawing/2014/main" id="{939C3E87-323E-4E46-9951-C92A980B2315}"/>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0">
              <a:extLst>
                <a:ext uri="{FF2B5EF4-FFF2-40B4-BE49-F238E27FC236}">
                  <a16:creationId xmlns:a16="http://schemas.microsoft.com/office/drawing/2014/main" id="{864BCECC-5D78-43F0-87CE-95B53EA4C843}"/>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91">
              <a:extLst>
                <a:ext uri="{FF2B5EF4-FFF2-40B4-BE49-F238E27FC236}">
                  <a16:creationId xmlns:a16="http://schemas.microsoft.com/office/drawing/2014/main" id="{923937FC-D5F9-4261-9AC1-582A29444D33}"/>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83">
              <a:extLst>
                <a:ext uri="{FF2B5EF4-FFF2-40B4-BE49-F238E27FC236}">
                  <a16:creationId xmlns:a16="http://schemas.microsoft.com/office/drawing/2014/main" id="{AFA1A6CF-0170-4435-9E3E-B2B74B026A16}"/>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73">
              <a:extLst>
                <a:ext uri="{FF2B5EF4-FFF2-40B4-BE49-F238E27FC236}">
                  <a16:creationId xmlns:a16="http://schemas.microsoft.com/office/drawing/2014/main" id="{BF2DED29-3397-4A04-823D-46CF2270A341}"/>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6">
              <a:extLst>
                <a:ext uri="{FF2B5EF4-FFF2-40B4-BE49-F238E27FC236}">
                  <a16:creationId xmlns:a16="http://schemas.microsoft.com/office/drawing/2014/main" id="{49F94C93-6F36-42B9-97FD-29127C7EA080}"/>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7">
              <a:extLst>
                <a:ext uri="{FF2B5EF4-FFF2-40B4-BE49-F238E27FC236}">
                  <a16:creationId xmlns:a16="http://schemas.microsoft.com/office/drawing/2014/main" id="{9273803E-5A6C-47B6-BC54-853CD546D838}"/>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8">
              <a:extLst>
                <a:ext uri="{FF2B5EF4-FFF2-40B4-BE49-F238E27FC236}">
                  <a16:creationId xmlns:a16="http://schemas.microsoft.com/office/drawing/2014/main" id="{8C46147F-904E-47FD-BB77-CB13FDCFF4BB}"/>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6">
              <a:extLst>
                <a:ext uri="{FF2B5EF4-FFF2-40B4-BE49-F238E27FC236}">
                  <a16:creationId xmlns:a16="http://schemas.microsoft.com/office/drawing/2014/main" id="{ADAC97BE-2C8E-4CCC-BA5D-70660CA32BB1}"/>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7">
              <a:extLst>
                <a:ext uri="{FF2B5EF4-FFF2-40B4-BE49-F238E27FC236}">
                  <a16:creationId xmlns:a16="http://schemas.microsoft.com/office/drawing/2014/main" id="{F103F729-F859-41CA-AEA7-D533AFE17D7B}"/>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58">
              <a:extLst>
                <a:ext uri="{FF2B5EF4-FFF2-40B4-BE49-F238E27FC236}">
                  <a16:creationId xmlns:a16="http://schemas.microsoft.com/office/drawing/2014/main" id="{14867D17-C359-4533-B478-36A2E867CC99}"/>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4">
              <a:extLst>
                <a:ext uri="{FF2B5EF4-FFF2-40B4-BE49-F238E27FC236}">
                  <a16:creationId xmlns:a16="http://schemas.microsoft.com/office/drawing/2014/main" id="{E43A1F70-A0E9-4691-8E9E-CD556CE04213}"/>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5">
              <a:extLst>
                <a:ext uri="{FF2B5EF4-FFF2-40B4-BE49-F238E27FC236}">
                  <a16:creationId xmlns:a16="http://schemas.microsoft.com/office/drawing/2014/main" id="{9FCB2B1C-3237-401D-9412-46CF19102B16}"/>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6">
              <a:extLst>
                <a:ext uri="{FF2B5EF4-FFF2-40B4-BE49-F238E27FC236}">
                  <a16:creationId xmlns:a16="http://schemas.microsoft.com/office/drawing/2014/main" id="{AC986C69-C96D-43E0-8DD3-CAA7B24305AB}"/>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5" name="Rectangle 173">
              <a:extLst>
                <a:ext uri="{FF2B5EF4-FFF2-40B4-BE49-F238E27FC236}">
                  <a16:creationId xmlns:a16="http://schemas.microsoft.com/office/drawing/2014/main" id="{AF4215F6-4CFC-475F-9FEF-A6AFA8B8018D}"/>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6" name="TextBox 95">
            <a:extLst>
              <a:ext uri="{FF2B5EF4-FFF2-40B4-BE49-F238E27FC236}">
                <a16:creationId xmlns:a16="http://schemas.microsoft.com/office/drawing/2014/main" id="{CA50FF61-3D12-4D2E-9EC0-C4339CBE1CEC}"/>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7" name="TextBox 96">
            <a:extLst>
              <a:ext uri="{FF2B5EF4-FFF2-40B4-BE49-F238E27FC236}">
                <a16:creationId xmlns:a16="http://schemas.microsoft.com/office/drawing/2014/main" id="{6B981A2C-1E63-451C-8097-9ADBF611A571}"/>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8" name="TextBox 97">
            <a:extLst>
              <a:ext uri="{FF2B5EF4-FFF2-40B4-BE49-F238E27FC236}">
                <a16:creationId xmlns:a16="http://schemas.microsoft.com/office/drawing/2014/main" id="{F3594C6D-606A-4E37-B7DC-5B38383456DF}"/>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46" name="Graphic 45">
            <a:extLst>
              <a:ext uri="{FF2B5EF4-FFF2-40B4-BE49-F238E27FC236}">
                <a16:creationId xmlns:a16="http://schemas.microsoft.com/office/drawing/2014/main" id="{007BC185-FB8B-4E9A-BF3E-3D8A1F9BCF7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2556241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Gradient image">
    <p:bg>
      <p:bgPr>
        <a:solidFill>
          <a:schemeClr val="l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33539" cy="3599100"/>
          </a:xfrm>
        </p:spPr>
        <p:txBody>
          <a:bodyPr tIns="0" bIns="0" anchor="b"/>
          <a:lstStyle>
            <a:lvl1pPr algn="l">
              <a:lnSpc>
                <a:spcPct val="100000"/>
              </a:lnSpc>
              <a:defRPr sz="3200">
                <a:solidFill>
                  <a:schemeClr val="bg1"/>
                </a:solidFill>
              </a:defRPr>
            </a:lvl1pPr>
          </a:lstStyle>
          <a:p>
            <a:r>
              <a:rPr lang="en-US" noProof="0"/>
              <a:t>Click to edit Master title style</a:t>
            </a:r>
            <a:endParaRPr lang="en-GB" noProof="0"/>
          </a:p>
        </p:txBody>
      </p:sp>
      <p:sp>
        <p:nvSpPr>
          <p:cNvPr id="7" name="imageSlide" hidden="1">
            <a:extLst>
              <a:ext uri="{FF2B5EF4-FFF2-40B4-BE49-F238E27FC236}">
                <a16:creationId xmlns:a16="http://schemas.microsoft.com/office/drawing/2014/main" id="{395EBC25-55CA-4825-B93A-56D13CD93BBC}"/>
              </a:ext>
            </a:extLst>
          </p:cNvPr>
          <p:cNvSpPr/>
          <p:nvPr userDrawn="1"/>
        </p:nvSpPr>
        <p:spPr>
          <a:xfrm>
            <a:off x="995680" y="180796"/>
            <a:ext cx="782320" cy="42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Undertittel 2">
            <a:extLst>
              <a:ext uri="{FF2B5EF4-FFF2-40B4-BE49-F238E27FC236}">
                <a16:creationId xmlns:a16="http://schemas.microsoft.com/office/drawing/2014/main" id="{0135F0DB-93CC-4FD9-B1ED-12AB912C2266}"/>
              </a:ext>
            </a:extLst>
          </p:cNvPr>
          <p:cNvSpPr>
            <a:spLocks noGrp="1"/>
          </p:cNvSpPr>
          <p:nvPr>
            <p:ph type="subTitle" idx="1"/>
          </p:nvPr>
        </p:nvSpPr>
        <p:spPr>
          <a:xfrm>
            <a:off x="694800" y="4473574"/>
            <a:ext cx="5335200" cy="1221625"/>
          </a:xfrm>
        </p:spPr>
        <p:txBody>
          <a:bodyPr/>
          <a:lstStyle>
            <a:lvl1pPr marL="0" indent="0" algn="l">
              <a:spcBef>
                <a:spcPts val="0"/>
              </a:spcBef>
              <a:spcAft>
                <a:spcPts val="0"/>
              </a:spcAft>
              <a:buNone/>
              <a:defRPr sz="18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pSp>
        <p:nvGrpSpPr>
          <p:cNvPr id="33" name="Group 32">
            <a:extLst>
              <a:ext uri="{FF2B5EF4-FFF2-40B4-BE49-F238E27FC236}">
                <a16:creationId xmlns:a16="http://schemas.microsoft.com/office/drawing/2014/main" id="{F0D2275F-39F4-4B95-AF22-12D54B73907D}"/>
              </a:ext>
            </a:extLst>
          </p:cNvPr>
          <p:cNvGrpSpPr/>
          <p:nvPr userDrawn="1"/>
        </p:nvGrpSpPr>
        <p:grpSpPr>
          <a:xfrm>
            <a:off x="12302028" y="1854300"/>
            <a:ext cx="155539" cy="1166719"/>
            <a:chOff x="12302028" y="1799637"/>
            <a:chExt cx="155539" cy="1166719"/>
          </a:xfrm>
        </p:grpSpPr>
        <p:sp>
          <p:nvSpPr>
            <p:cNvPr id="34" name="Rectangle 156">
              <a:extLst>
                <a:ext uri="{FF2B5EF4-FFF2-40B4-BE49-F238E27FC236}">
                  <a16:creationId xmlns:a16="http://schemas.microsoft.com/office/drawing/2014/main" id="{3AEAEB93-9BA7-4C78-B31B-0A216B8CC599}"/>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7">
              <a:extLst>
                <a:ext uri="{FF2B5EF4-FFF2-40B4-BE49-F238E27FC236}">
                  <a16:creationId xmlns:a16="http://schemas.microsoft.com/office/drawing/2014/main" id="{5468231A-FEEA-4FBC-98B1-72A4C27B2B06}"/>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58">
              <a:extLst>
                <a:ext uri="{FF2B5EF4-FFF2-40B4-BE49-F238E27FC236}">
                  <a16:creationId xmlns:a16="http://schemas.microsoft.com/office/drawing/2014/main" id="{22DEB97E-446A-4A6D-8E2D-29A5981F3682}"/>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73">
              <a:extLst>
                <a:ext uri="{FF2B5EF4-FFF2-40B4-BE49-F238E27FC236}">
                  <a16:creationId xmlns:a16="http://schemas.microsoft.com/office/drawing/2014/main" id="{C0EAC5AC-E7A1-47E1-AAAD-CF4423ED0629}"/>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183">
              <a:extLst>
                <a:ext uri="{FF2B5EF4-FFF2-40B4-BE49-F238E27FC236}">
                  <a16:creationId xmlns:a16="http://schemas.microsoft.com/office/drawing/2014/main" id="{E4F4A830-CC33-41F5-B3E3-60B92943F55A}"/>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7" name="Rectangle 200">
              <a:extLst>
                <a:ext uri="{FF2B5EF4-FFF2-40B4-BE49-F238E27FC236}">
                  <a16:creationId xmlns:a16="http://schemas.microsoft.com/office/drawing/2014/main" id="{C03FED14-652A-4128-8477-3EE12EAC6D0A}"/>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8" name="Group 67">
            <a:extLst>
              <a:ext uri="{FF2B5EF4-FFF2-40B4-BE49-F238E27FC236}">
                <a16:creationId xmlns:a16="http://schemas.microsoft.com/office/drawing/2014/main" id="{A5C317EB-28D5-460C-9A8B-75971CBBEA82}"/>
              </a:ext>
            </a:extLst>
          </p:cNvPr>
          <p:cNvGrpSpPr/>
          <p:nvPr userDrawn="1"/>
        </p:nvGrpSpPr>
        <p:grpSpPr>
          <a:xfrm>
            <a:off x="12302028" y="0"/>
            <a:ext cx="155539" cy="1509130"/>
            <a:chOff x="12302028" y="154594"/>
            <a:chExt cx="155539" cy="1509130"/>
          </a:xfrm>
        </p:grpSpPr>
        <p:sp>
          <p:nvSpPr>
            <p:cNvPr id="69" name="Rectangle 188">
              <a:extLst>
                <a:ext uri="{FF2B5EF4-FFF2-40B4-BE49-F238E27FC236}">
                  <a16:creationId xmlns:a16="http://schemas.microsoft.com/office/drawing/2014/main" id="{46D1E0EC-0DAC-48D3-957E-5BCB80B67BF2}"/>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89">
              <a:extLst>
                <a:ext uri="{FF2B5EF4-FFF2-40B4-BE49-F238E27FC236}">
                  <a16:creationId xmlns:a16="http://schemas.microsoft.com/office/drawing/2014/main" id="{A435266A-039F-43C2-A101-364BFDEA1F61}"/>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0">
              <a:extLst>
                <a:ext uri="{FF2B5EF4-FFF2-40B4-BE49-F238E27FC236}">
                  <a16:creationId xmlns:a16="http://schemas.microsoft.com/office/drawing/2014/main" id="{54005618-7750-4E8A-B06E-8334394EC1A8}"/>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1">
              <a:extLst>
                <a:ext uri="{FF2B5EF4-FFF2-40B4-BE49-F238E27FC236}">
                  <a16:creationId xmlns:a16="http://schemas.microsoft.com/office/drawing/2014/main" id="{E290F7FC-9DA2-4115-8116-14757B898344}"/>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192">
              <a:extLst>
                <a:ext uri="{FF2B5EF4-FFF2-40B4-BE49-F238E27FC236}">
                  <a16:creationId xmlns:a16="http://schemas.microsoft.com/office/drawing/2014/main" id="{B83DC1A6-8254-46C7-A859-A1B85066ED61}"/>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1">
              <a:extLst>
                <a:ext uri="{FF2B5EF4-FFF2-40B4-BE49-F238E27FC236}">
                  <a16:creationId xmlns:a16="http://schemas.microsoft.com/office/drawing/2014/main" id="{95E22D5E-28B8-4FE2-9A4F-EF34A1781EEE}"/>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33">
              <a:extLst>
                <a:ext uri="{FF2B5EF4-FFF2-40B4-BE49-F238E27FC236}">
                  <a16:creationId xmlns:a16="http://schemas.microsoft.com/office/drawing/2014/main" id="{8700D072-0287-48FF-9960-DB5C2458B891}"/>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6" name="Rectangle 192">
              <a:extLst>
                <a:ext uri="{FF2B5EF4-FFF2-40B4-BE49-F238E27FC236}">
                  <a16:creationId xmlns:a16="http://schemas.microsoft.com/office/drawing/2014/main" id="{6FF318F5-9EFD-4BFF-BAB2-535E979623F1}"/>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7" name="Group 76">
            <a:extLst>
              <a:ext uri="{FF2B5EF4-FFF2-40B4-BE49-F238E27FC236}">
                <a16:creationId xmlns:a16="http://schemas.microsoft.com/office/drawing/2014/main" id="{F69A18D2-381C-47AC-9302-935A8493FB34}"/>
              </a:ext>
            </a:extLst>
          </p:cNvPr>
          <p:cNvGrpSpPr/>
          <p:nvPr userDrawn="1"/>
        </p:nvGrpSpPr>
        <p:grpSpPr>
          <a:xfrm>
            <a:off x="12302028" y="3366188"/>
            <a:ext cx="155539" cy="3491812"/>
            <a:chOff x="12302028" y="3266863"/>
            <a:chExt cx="155539" cy="3491812"/>
          </a:xfrm>
        </p:grpSpPr>
        <p:sp>
          <p:nvSpPr>
            <p:cNvPr id="78" name="Rectangle 174">
              <a:extLst>
                <a:ext uri="{FF2B5EF4-FFF2-40B4-BE49-F238E27FC236}">
                  <a16:creationId xmlns:a16="http://schemas.microsoft.com/office/drawing/2014/main" id="{5439B470-D138-48DB-A7A1-5B9AF2FCCD8F}"/>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5">
              <a:extLst>
                <a:ext uri="{FF2B5EF4-FFF2-40B4-BE49-F238E27FC236}">
                  <a16:creationId xmlns:a16="http://schemas.microsoft.com/office/drawing/2014/main" id="{49384A2D-319E-49E1-85D5-8016AB868B67}"/>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76">
              <a:extLst>
                <a:ext uri="{FF2B5EF4-FFF2-40B4-BE49-F238E27FC236}">
                  <a16:creationId xmlns:a16="http://schemas.microsoft.com/office/drawing/2014/main" id="{B9436A55-FEBE-4AE4-AF74-5BC0AF9FF4A7}"/>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89">
              <a:extLst>
                <a:ext uri="{FF2B5EF4-FFF2-40B4-BE49-F238E27FC236}">
                  <a16:creationId xmlns:a16="http://schemas.microsoft.com/office/drawing/2014/main" id="{1CB06F2D-9C90-443F-B708-060604CBABF4}"/>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0">
              <a:extLst>
                <a:ext uri="{FF2B5EF4-FFF2-40B4-BE49-F238E27FC236}">
                  <a16:creationId xmlns:a16="http://schemas.microsoft.com/office/drawing/2014/main" id="{72649AD1-5C60-4146-9735-169714924BC4}"/>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91">
              <a:extLst>
                <a:ext uri="{FF2B5EF4-FFF2-40B4-BE49-F238E27FC236}">
                  <a16:creationId xmlns:a16="http://schemas.microsoft.com/office/drawing/2014/main" id="{CACF09E4-0BC4-4FC8-9EC8-D3D2492F871B}"/>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83">
              <a:extLst>
                <a:ext uri="{FF2B5EF4-FFF2-40B4-BE49-F238E27FC236}">
                  <a16:creationId xmlns:a16="http://schemas.microsoft.com/office/drawing/2014/main" id="{78D8F61B-EF94-493F-9422-2F321CA5FB70}"/>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73">
              <a:extLst>
                <a:ext uri="{FF2B5EF4-FFF2-40B4-BE49-F238E27FC236}">
                  <a16:creationId xmlns:a16="http://schemas.microsoft.com/office/drawing/2014/main" id="{6E43B82A-5783-4F0E-8A4D-BD9235A08770}"/>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6">
              <a:extLst>
                <a:ext uri="{FF2B5EF4-FFF2-40B4-BE49-F238E27FC236}">
                  <a16:creationId xmlns:a16="http://schemas.microsoft.com/office/drawing/2014/main" id="{EF64B3E1-E592-48E3-B550-E116C255B677}"/>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7">
              <a:extLst>
                <a:ext uri="{FF2B5EF4-FFF2-40B4-BE49-F238E27FC236}">
                  <a16:creationId xmlns:a16="http://schemas.microsoft.com/office/drawing/2014/main" id="{EC7B85B5-658D-41F5-8C92-D6E8B5ADBAB3}"/>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8">
              <a:extLst>
                <a:ext uri="{FF2B5EF4-FFF2-40B4-BE49-F238E27FC236}">
                  <a16:creationId xmlns:a16="http://schemas.microsoft.com/office/drawing/2014/main" id="{53C279DB-43DC-4E15-BB7E-C8D50D714BBE}"/>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6">
              <a:extLst>
                <a:ext uri="{FF2B5EF4-FFF2-40B4-BE49-F238E27FC236}">
                  <a16:creationId xmlns:a16="http://schemas.microsoft.com/office/drawing/2014/main" id="{BA1D59D4-01D2-48DA-ACB3-9D2A3290F9A6}"/>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7">
              <a:extLst>
                <a:ext uri="{FF2B5EF4-FFF2-40B4-BE49-F238E27FC236}">
                  <a16:creationId xmlns:a16="http://schemas.microsoft.com/office/drawing/2014/main" id="{2ED7606B-110A-446D-B310-04017431CF1C}"/>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58">
              <a:extLst>
                <a:ext uri="{FF2B5EF4-FFF2-40B4-BE49-F238E27FC236}">
                  <a16:creationId xmlns:a16="http://schemas.microsoft.com/office/drawing/2014/main" id="{02A26796-9AE4-43FD-BAD2-E27902840B4C}"/>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4">
              <a:extLst>
                <a:ext uri="{FF2B5EF4-FFF2-40B4-BE49-F238E27FC236}">
                  <a16:creationId xmlns:a16="http://schemas.microsoft.com/office/drawing/2014/main" id="{F3DA9088-66D8-43DE-A086-653D55C3B7E8}"/>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5">
              <a:extLst>
                <a:ext uri="{FF2B5EF4-FFF2-40B4-BE49-F238E27FC236}">
                  <a16:creationId xmlns:a16="http://schemas.microsoft.com/office/drawing/2014/main" id="{7040F7E1-F826-4CBD-8989-312D18A7BBFC}"/>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6">
              <a:extLst>
                <a:ext uri="{FF2B5EF4-FFF2-40B4-BE49-F238E27FC236}">
                  <a16:creationId xmlns:a16="http://schemas.microsoft.com/office/drawing/2014/main" id="{DCB978DF-2906-435F-8D35-AAFA32B763EB}"/>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5" name="Rectangle 173">
              <a:extLst>
                <a:ext uri="{FF2B5EF4-FFF2-40B4-BE49-F238E27FC236}">
                  <a16:creationId xmlns:a16="http://schemas.microsoft.com/office/drawing/2014/main" id="{682DCD6B-CD04-4B96-89B6-E5A0D24ACAC1}"/>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6" name="TextBox 95">
            <a:extLst>
              <a:ext uri="{FF2B5EF4-FFF2-40B4-BE49-F238E27FC236}">
                <a16:creationId xmlns:a16="http://schemas.microsoft.com/office/drawing/2014/main" id="{1F0C1741-71CC-4785-86CB-CD991DBAFA60}"/>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7" name="TextBox 96">
            <a:extLst>
              <a:ext uri="{FF2B5EF4-FFF2-40B4-BE49-F238E27FC236}">
                <a16:creationId xmlns:a16="http://schemas.microsoft.com/office/drawing/2014/main" id="{56C2BB98-66B1-403D-9CE4-194D54C102C2}"/>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8" name="TextBox 97">
            <a:extLst>
              <a:ext uri="{FF2B5EF4-FFF2-40B4-BE49-F238E27FC236}">
                <a16:creationId xmlns:a16="http://schemas.microsoft.com/office/drawing/2014/main" id="{6EAD78AB-C9C4-4599-A4A6-D7B998000672}"/>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46" name="Graphic 45">
            <a:extLst>
              <a:ext uri="{FF2B5EF4-FFF2-40B4-BE49-F238E27FC236}">
                <a16:creationId xmlns:a16="http://schemas.microsoft.com/office/drawing/2014/main" id="{A88E7F6F-F081-4C9B-9899-41F1BCDD073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14132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One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04056-C69C-4FBC-AE58-E44496D28FA2}"/>
              </a:ext>
            </a:extLst>
          </p:cNvPr>
          <p:cNvSpPr>
            <a:spLocks noGrp="1"/>
          </p:cNvSpPr>
          <p:nvPr>
            <p:ph type="title"/>
          </p:nvPr>
        </p:nvSpPr>
        <p:spPr>
          <a:xfrm>
            <a:off x="695325" y="800100"/>
            <a:ext cx="10801350" cy="1152525"/>
          </a:xfrm>
        </p:spPr>
        <p:txBody>
          <a:bodyPr anchor="t"/>
          <a:lstStyle/>
          <a:p>
            <a:r>
              <a:rPr lang="en-US" noProof="0"/>
              <a:t>Click to edit Master title style</a:t>
            </a:r>
            <a:endParaRPr lang="en-GB" noProof="0"/>
          </a:p>
        </p:txBody>
      </p:sp>
      <p:sp>
        <p:nvSpPr>
          <p:cNvPr id="3" name="Content Placeholder 2">
            <a:extLst>
              <a:ext uri="{FF2B5EF4-FFF2-40B4-BE49-F238E27FC236}">
                <a16:creationId xmlns:a16="http://schemas.microsoft.com/office/drawing/2014/main" id="{69FFE683-C623-4C3E-8A1E-D0CBFFA36A69}"/>
              </a:ext>
            </a:extLst>
          </p:cNvPr>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8" name="Straight Connector 7">
            <a:extLst>
              <a:ext uri="{FF2B5EF4-FFF2-40B4-BE49-F238E27FC236}">
                <a16:creationId xmlns:a16="http://schemas.microsoft.com/office/drawing/2014/main" id="{FB947B7D-D288-4B86-BBDA-0325B4887916}"/>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9" name="Slide Number Placeholder 19">
            <a:extLst>
              <a:ext uri="{FF2B5EF4-FFF2-40B4-BE49-F238E27FC236}">
                <a16:creationId xmlns:a16="http://schemas.microsoft.com/office/drawing/2014/main" id="{50A219CA-56C7-4FC0-AF3C-443253982630}"/>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Tree>
    <p:extLst>
      <p:ext uri="{BB962C8B-B14F-4D97-AF65-F5344CB8AC3E}">
        <p14:creationId xmlns:p14="http://schemas.microsoft.com/office/powerpoint/2010/main" val="2827965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F340-8562-4337-AC99-60EBFF7D663B}"/>
              </a:ext>
            </a:extLst>
          </p:cNvPr>
          <p:cNvSpPr>
            <a:spLocks noGrp="1"/>
          </p:cNvSpPr>
          <p:nvPr>
            <p:ph type="title"/>
          </p:nvPr>
        </p:nvSpPr>
        <p:spPr/>
        <p:txBody>
          <a:bodyPr anchor="t"/>
          <a:lstStyle/>
          <a:p>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23CEEBF-586D-454D-88EE-A658145444B2}"/>
              </a:ext>
            </a:extLst>
          </p:cNvPr>
          <p:cNvSpPr>
            <a:spLocks noGrp="1"/>
          </p:cNvSpPr>
          <p:nvPr>
            <p:ph sz="half" idx="1"/>
          </p:nvPr>
        </p:nvSpPr>
        <p:spPr>
          <a:xfrm>
            <a:off x="695325" y="2023453"/>
            <a:ext cx="5364163" cy="4216127"/>
          </a:xfrm>
        </p:spPr>
        <p:txBody>
          <a:bodyPr rIns="18000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Content Placeholder 3">
            <a:extLst>
              <a:ext uri="{FF2B5EF4-FFF2-40B4-BE49-F238E27FC236}">
                <a16:creationId xmlns:a16="http://schemas.microsoft.com/office/drawing/2014/main" id="{7C9542C3-B055-4FCA-9F98-B79594662E29}"/>
              </a:ext>
            </a:extLst>
          </p:cNvPr>
          <p:cNvSpPr>
            <a:spLocks noGrp="1"/>
          </p:cNvSpPr>
          <p:nvPr>
            <p:ph sz="half" idx="2"/>
          </p:nvPr>
        </p:nvSpPr>
        <p:spPr>
          <a:xfrm>
            <a:off x="6132513" y="2023453"/>
            <a:ext cx="5364161" cy="4216127"/>
          </a:xfrm>
        </p:spPr>
        <p:txBody>
          <a:bodyPr lIns="18000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21" name="Straight Connector 20">
            <a:extLst>
              <a:ext uri="{FF2B5EF4-FFF2-40B4-BE49-F238E27FC236}">
                <a16:creationId xmlns:a16="http://schemas.microsoft.com/office/drawing/2014/main" id="{2CCC49FA-71F7-4CDF-ABE5-B447D9F8F156}"/>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9" name="Slide Number Placeholder 19">
            <a:extLst>
              <a:ext uri="{FF2B5EF4-FFF2-40B4-BE49-F238E27FC236}">
                <a16:creationId xmlns:a16="http://schemas.microsoft.com/office/drawing/2014/main" id="{58A78EE1-E17C-46F7-8814-5155A1C7169D}"/>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Tree>
    <p:extLst>
      <p:ext uri="{BB962C8B-B14F-4D97-AF65-F5344CB8AC3E}">
        <p14:creationId xmlns:p14="http://schemas.microsoft.com/office/powerpoint/2010/main" val="20075422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F340-8562-4337-AC99-60EBFF7D663B}"/>
              </a:ext>
            </a:extLst>
          </p:cNvPr>
          <p:cNvSpPr>
            <a:spLocks noGrp="1"/>
          </p:cNvSpPr>
          <p:nvPr>
            <p:ph type="title"/>
          </p:nvPr>
        </p:nvSpPr>
        <p:spPr/>
        <p:txBody>
          <a:bodyPr anchor="t"/>
          <a:lstStyle/>
          <a:p>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23CEEBF-586D-454D-88EE-A658145444B2}"/>
              </a:ext>
            </a:extLst>
          </p:cNvPr>
          <p:cNvSpPr>
            <a:spLocks noGrp="1"/>
          </p:cNvSpPr>
          <p:nvPr>
            <p:ph sz="half" idx="1"/>
          </p:nvPr>
        </p:nvSpPr>
        <p:spPr>
          <a:xfrm>
            <a:off x="695325" y="2023453"/>
            <a:ext cx="3552825" cy="4216127"/>
          </a:xfrm>
        </p:spPr>
        <p:txBody>
          <a:bodyPr rIns="14400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Content Placeholder 3">
            <a:extLst>
              <a:ext uri="{FF2B5EF4-FFF2-40B4-BE49-F238E27FC236}">
                <a16:creationId xmlns:a16="http://schemas.microsoft.com/office/drawing/2014/main" id="{7C9542C3-B055-4FCA-9F98-B79594662E29}"/>
              </a:ext>
            </a:extLst>
          </p:cNvPr>
          <p:cNvSpPr>
            <a:spLocks noGrp="1"/>
          </p:cNvSpPr>
          <p:nvPr>
            <p:ph sz="half" idx="2"/>
          </p:nvPr>
        </p:nvSpPr>
        <p:spPr>
          <a:xfrm>
            <a:off x="7943850" y="2023453"/>
            <a:ext cx="3552824" cy="4216127"/>
          </a:xfrm>
        </p:spPr>
        <p:txBody>
          <a:bodyPr lIns="14400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0" name="Content Placeholder 9">
            <a:extLst>
              <a:ext uri="{FF2B5EF4-FFF2-40B4-BE49-F238E27FC236}">
                <a16:creationId xmlns:a16="http://schemas.microsoft.com/office/drawing/2014/main" id="{6AB9CE00-B409-4DCF-A8B0-07E48E598F5B}"/>
              </a:ext>
            </a:extLst>
          </p:cNvPr>
          <p:cNvSpPr>
            <a:spLocks noGrp="1"/>
          </p:cNvSpPr>
          <p:nvPr>
            <p:ph sz="quarter" idx="13"/>
          </p:nvPr>
        </p:nvSpPr>
        <p:spPr>
          <a:xfrm>
            <a:off x="4321175" y="2023453"/>
            <a:ext cx="3538538" cy="4216127"/>
          </a:xfrm>
        </p:spPr>
        <p:txBody>
          <a:bodyPr lIns="72000" rIns="7200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21" name="Straight Connector 20">
            <a:extLst>
              <a:ext uri="{FF2B5EF4-FFF2-40B4-BE49-F238E27FC236}">
                <a16:creationId xmlns:a16="http://schemas.microsoft.com/office/drawing/2014/main" id="{73C00FD3-6F20-4FE5-8C18-5101DA4956EE}"/>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11" name="Slide Number Placeholder 19">
            <a:extLst>
              <a:ext uri="{FF2B5EF4-FFF2-40B4-BE49-F238E27FC236}">
                <a16:creationId xmlns:a16="http://schemas.microsoft.com/office/drawing/2014/main" id="{3EAACCE9-428D-4665-9135-ACC3F08D070F}"/>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Tree>
    <p:extLst>
      <p:ext uri="{BB962C8B-B14F-4D97-AF65-F5344CB8AC3E}">
        <p14:creationId xmlns:p14="http://schemas.microsoft.com/office/powerpoint/2010/main" val="6164100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lumn content w subtitl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B17FA0E-AA13-4C42-8188-620374EFB3E0}"/>
              </a:ext>
            </a:extLst>
          </p:cNvPr>
          <p:cNvSpPr>
            <a:spLocks noGrp="1"/>
          </p:cNvSpPr>
          <p:nvPr>
            <p:ph type="title"/>
          </p:nvPr>
        </p:nvSpPr>
        <p:spPr/>
        <p:txBody>
          <a:bodyPr/>
          <a:lstStyle/>
          <a:p>
            <a:r>
              <a:rPr lang="en-US" noProof="0"/>
              <a:t>Click to edit Master title style</a:t>
            </a:r>
            <a:endParaRPr lang="en-GB" noProof="0"/>
          </a:p>
        </p:txBody>
      </p:sp>
      <p:sp>
        <p:nvSpPr>
          <p:cNvPr id="3" name="Plassholder for lysbildenummer 2">
            <a:extLst>
              <a:ext uri="{FF2B5EF4-FFF2-40B4-BE49-F238E27FC236}">
                <a16:creationId xmlns:a16="http://schemas.microsoft.com/office/drawing/2014/main" id="{543011A7-1579-467E-9777-CBD2ED66A949}"/>
              </a:ext>
            </a:extLst>
          </p:cNvPr>
          <p:cNvSpPr>
            <a:spLocks noGrp="1"/>
          </p:cNvSpPr>
          <p:nvPr>
            <p:ph type="sldNum" sz="quarter" idx="10"/>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13" name="Straight Connector 20">
            <a:extLst>
              <a:ext uri="{FF2B5EF4-FFF2-40B4-BE49-F238E27FC236}">
                <a16:creationId xmlns:a16="http://schemas.microsoft.com/office/drawing/2014/main" id="{54CF3EFF-B0B9-46D3-AD03-4CED9D5EB5E5}"/>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14" name="Plassholder for tekst 8">
            <a:extLst>
              <a:ext uri="{FF2B5EF4-FFF2-40B4-BE49-F238E27FC236}">
                <a16:creationId xmlns:a16="http://schemas.microsoft.com/office/drawing/2014/main" id="{8E74CE31-3457-4C54-9AC4-603EA7DF5777}"/>
              </a:ext>
            </a:extLst>
          </p:cNvPr>
          <p:cNvSpPr>
            <a:spLocks noGrp="1"/>
          </p:cNvSpPr>
          <p:nvPr>
            <p:ph type="body" sz="quarter" idx="17"/>
          </p:nvPr>
        </p:nvSpPr>
        <p:spPr>
          <a:xfrm>
            <a:off x="695324" y="2642836"/>
            <a:ext cx="3552825" cy="3594779"/>
          </a:xfrm>
        </p:spPr>
        <p:txBody>
          <a:bodyPr rIns="144000"/>
          <a:lstStyle>
            <a:lvl1pPr>
              <a:defRPr sz="1400"/>
            </a:lvl1pPr>
            <a:lvl2pPr>
              <a:defRPr sz="14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6" name="Plassholder for tekst 8">
            <a:extLst>
              <a:ext uri="{FF2B5EF4-FFF2-40B4-BE49-F238E27FC236}">
                <a16:creationId xmlns:a16="http://schemas.microsoft.com/office/drawing/2014/main" id="{007297FB-DFA9-41BB-AD98-EF67B10AFA8D}"/>
              </a:ext>
            </a:extLst>
          </p:cNvPr>
          <p:cNvSpPr>
            <a:spLocks noGrp="1"/>
          </p:cNvSpPr>
          <p:nvPr>
            <p:ph type="body" sz="quarter" idx="18"/>
          </p:nvPr>
        </p:nvSpPr>
        <p:spPr>
          <a:xfrm>
            <a:off x="4321175" y="2642836"/>
            <a:ext cx="3538538" cy="3594779"/>
          </a:xfrm>
        </p:spPr>
        <p:txBody>
          <a:bodyPr lIns="72000" rIns="72000"/>
          <a:lstStyle>
            <a:lvl1pPr>
              <a:defRPr sz="1400"/>
            </a:lvl1pPr>
            <a:lvl2pPr>
              <a:defRPr sz="14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8" name="Plassholder for tekst 8">
            <a:extLst>
              <a:ext uri="{FF2B5EF4-FFF2-40B4-BE49-F238E27FC236}">
                <a16:creationId xmlns:a16="http://schemas.microsoft.com/office/drawing/2014/main" id="{3886D0C4-44B7-49C8-9434-C6C25F9E0286}"/>
              </a:ext>
            </a:extLst>
          </p:cNvPr>
          <p:cNvSpPr>
            <a:spLocks noGrp="1"/>
          </p:cNvSpPr>
          <p:nvPr>
            <p:ph type="body" sz="quarter" idx="19"/>
          </p:nvPr>
        </p:nvSpPr>
        <p:spPr>
          <a:xfrm>
            <a:off x="7943849" y="2642835"/>
            <a:ext cx="3552825" cy="3594779"/>
          </a:xfrm>
        </p:spPr>
        <p:txBody>
          <a:bodyPr lIns="144000" rIns="0"/>
          <a:lstStyle>
            <a:lvl1pPr>
              <a:defRPr sz="1400"/>
            </a:lvl1pPr>
            <a:lvl2pPr>
              <a:defRPr sz="14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0" name="Plassholder for tekst 18">
            <a:extLst>
              <a:ext uri="{FF2B5EF4-FFF2-40B4-BE49-F238E27FC236}">
                <a16:creationId xmlns:a16="http://schemas.microsoft.com/office/drawing/2014/main" id="{DBFAF301-F8FD-4231-A63B-9F6E3A9ED215}"/>
              </a:ext>
            </a:extLst>
          </p:cNvPr>
          <p:cNvSpPr>
            <a:spLocks noGrp="1"/>
          </p:cNvSpPr>
          <p:nvPr>
            <p:ph type="body" sz="quarter" idx="20"/>
          </p:nvPr>
        </p:nvSpPr>
        <p:spPr>
          <a:xfrm>
            <a:off x="691775" y="2023519"/>
            <a:ext cx="3553200" cy="529200"/>
          </a:xfrm>
        </p:spPr>
        <p:txBody>
          <a:bodyPr rIns="144000" anchor="ctr"/>
          <a:lstStyle>
            <a:lvl1pPr marL="0" indent="0">
              <a:buNone/>
              <a:defRPr>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21" name="Plassholder for tekst 18">
            <a:extLst>
              <a:ext uri="{FF2B5EF4-FFF2-40B4-BE49-F238E27FC236}">
                <a16:creationId xmlns:a16="http://schemas.microsoft.com/office/drawing/2014/main" id="{1D294CE1-173D-46A6-8782-22CC552D7500}"/>
              </a:ext>
            </a:extLst>
          </p:cNvPr>
          <p:cNvSpPr>
            <a:spLocks noGrp="1"/>
          </p:cNvSpPr>
          <p:nvPr>
            <p:ph type="body" sz="quarter" idx="21"/>
          </p:nvPr>
        </p:nvSpPr>
        <p:spPr>
          <a:xfrm>
            <a:off x="4321175" y="2023519"/>
            <a:ext cx="3538912" cy="529200"/>
          </a:xfrm>
        </p:spPr>
        <p:txBody>
          <a:bodyPr lIns="72000" rIns="72000" anchor="ctr"/>
          <a:lstStyle>
            <a:lvl1pPr marL="0" indent="0">
              <a:buNone/>
              <a:defRPr>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22" name="Plassholder for tekst 18">
            <a:extLst>
              <a:ext uri="{FF2B5EF4-FFF2-40B4-BE49-F238E27FC236}">
                <a16:creationId xmlns:a16="http://schemas.microsoft.com/office/drawing/2014/main" id="{C0C9451C-6A50-40CA-A503-0AE05FF0FDA5}"/>
              </a:ext>
            </a:extLst>
          </p:cNvPr>
          <p:cNvSpPr>
            <a:spLocks noGrp="1"/>
          </p:cNvSpPr>
          <p:nvPr>
            <p:ph type="body" sz="quarter" idx="22"/>
          </p:nvPr>
        </p:nvSpPr>
        <p:spPr>
          <a:xfrm>
            <a:off x="7943849" y="2023519"/>
            <a:ext cx="3553200" cy="529200"/>
          </a:xfrm>
        </p:spPr>
        <p:txBody>
          <a:bodyPr lIns="144000" anchor="ctr"/>
          <a:lstStyle>
            <a:lvl1pPr marL="0" indent="0">
              <a:buNone/>
              <a:defRPr>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Tree>
    <p:extLst>
      <p:ext uri="{BB962C8B-B14F-4D97-AF65-F5344CB8AC3E}">
        <p14:creationId xmlns:p14="http://schemas.microsoft.com/office/powerpoint/2010/main" val="31506864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ft column content ">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44D30790-6A03-42E4-B5B4-C7E323661346}"/>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p:nvPr>
        </p:nvSpPr>
        <p:spPr>
          <a:xfrm>
            <a:off x="695324" y="2636838"/>
            <a:ext cx="2646363" cy="3600448"/>
          </a:xfrm>
        </p:spPr>
        <p:txBody>
          <a:bodyPr rIns="180000"/>
          <a:lstStyle>
            <a:lvl1pPr marL="0" indent="0">
              <a:buNone/>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800099"/>
            <a:ext cx="2646362" cy="1764000"/>
          </a:xfrm>
        </p:spPr>
        <p:txBody>
          <a:bodyPr rIns="180000" bIns="180000" anchor="b"/>
          <a:lstStyle/>
          <a:p>
            <a:r>
              <a:rPr lang="en-US" noProof="0"/>
              <a:t>Click to edit Master title style</a:t>
            </a:r>
            <a:endParaRPr lang="en-GB" noProof="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3413126" y="800099"/>
            <a:ext cx="8083549" cy="5437188"/>
          </a:xfrm>
          <a:prstGeom prst="rect">
            <a:avLst/>
          </a:prstGeom>
        </p:spPr>
        <p:txBody>
          <a:bodyPr lIns="180000" tIns="0" rIns="0" bIns="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39053920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Wide image w content bel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8326F-7ADC-4CFA-A21A-595F3F82C21D}"/>
              </a:ext>
            </a:extLst>
          </p:cNvPr>
          <p:cNvSpPr>
            <a:spLocks noGrp="1"/>
          </p:cNvSpPr>
          <p:nvPr>
            <p:ph type="title"/>
          </p:nvPr>
        </p:nvSpPr>
        <p:spPr>
          <a:xfrm>
            <a:off x="695325" y="3867846"/>
            <a:ext cx="2646364" cy="2369441"/>
          </a:xfrm>
        </p:spPr>
        <p:txBody>
          <a:bodyPr tIns="180000" rIns="180000" anchor="t"/>
          <a:lstStyle>
            <a:lvl1pPr>
              <a:lnSpc>
                <a:spcPct val="100000"/>
              </a:lnSpc>
              <a:defRPr sz="2400"/>
            </a:lvl1pPr>
          </a:lstStyle>
          <a:p>
            <a:r>
              <a:rPr lang="en-US" noProof="0"/>
              <a:t>Click to edit Master title style</a:t>
            </a:r>
            <a:endParaRPr lang="en-GB" noProof="0"/>
          </a:p>
        </p:txBody>
      </p:sp>
      <p:sp>
        <p:nvSpPr>
          <p:cNvPr id="3" name="Picture Placeholder 2">
            <a:extLst>
              <a:ext uri="{FF2B5EF4-FFF2-40B4-BE49-F238E27FC236}">
                <a16:creationId xmlns:a16="http://schemas.microsoft.com/office/drawing/2014/main" id="{AEFD93E6-D8FD-41B3-ADA5-A3DE5E502876}"/>
              </a:ext>
            </a:extLst>
          </p:cNvPr>
          <p:cNvSpPr>
            <a:spLocks noGrp="1"/>
          </p:cNvSpPr>
          <p:nvPr>
            <p:ph type="pic" idx="1"/>
          </p:nvPr>
        </p:nvSpPr>
        <p:spPr>
          <a:xfrm>
            <a:off x="695324" y="800100"/>
            <a:ext cx="10801350" cy="2987707"/>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GB" noProof="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p:nvPr>
        </p:nvSpPr>
        <p:spPr>
          <a:xfrm>
            <a:off x="3413125" y="3867846"/>
            <a:ext cx="8083550" cy="2369441"/>
          </a:xfrm>
        </p:spPr>
        <p:txBody>
          <a:bodyPr lIns="180000" tIns="288000" r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cxnSp>
        <p:nvCxnSpPr>
          <p:cNvPr id="16" name="Straight Connector 15">
            <a:extLst>
              <a:ext uri="{FF2B5EF4-FFF2-40B4-BE49-F238E27FC236}">
                <a16:creationId xmlns:a16="http://schemas.microsoft.com/office/drawing/2014/main" id="{5D904E5A-6BF9-46B0-9910-7ACB3AFCB9E6}"/>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9" name="Slide Number Placeholder 19">
            <a:extLst>
              <a:ext uri="{FF2B5EF4-FFF2-40B4-BE49-F238E27FC236}">
                <a16:creationId xmlns:a16="http://schemas.microsoft.com/office/drawing/2014/main" id="{05DF783A-B52F-42AD-A2BE-6C3FD3EF3FA6}"/>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Tree>
    <p:extLst>
      <p:ext uri="{BB962C8B-B14F-4D97-AF65-F5344CB8AC3E}">
        <p14:creationId xmlns:p14="http://schemas.microsoft.com/office/powerpoint/2010/main" val="1907149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Right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8326F-7ADC-4CFA-A21A-595F3F82C21D}"/>
              </a:ext>
            </a:extLst>
          </p:cNvPr>
          <p:cNvSpPr>
            <a:spLocks noGrp="1"/>
          </p:cNvSpPr>
          <p:nvPr>
            <p:ph type="title"/>
          </p:nvPr>
        </p:nvSpPr>
        <p:spPr>
          <a:xfrm>
            <a:off x="8832850" y="806482"/>
            <a:ext cx="2663825" cy="1762125"/>
          </a:xfrm>
        </p:spPr>
        <p:txBody>
          <a:bodyPr lIns="180000" tIns="180000" anchor="b"/>
          <a:lstStyle>
            <a:lvl1pPr>
              <a:lnSpc>
                <a:spcPct val="100000"/>
              </a:lnSpc>
              <a:defRPr sz="2400"/>
            </a:lvl1pPr>
          </a:lstStyle>
          <a:p>
            <a:r>
              <a:rPr lang="en-US" noProof="0"/>
              <a:t>Click to edit Master title style</a:t>
            </a:r>
            <a:endParaRPr lang="en-GB" noProof="0"/>
          </a:p>
        </p:txBody>
      </p:sp>
      <p:sp>
        <p:nvSpPr>
          <p:cNvPr id="3" name="Picture Placeholder 2">
            <a:extLst>
              <a:ext uri="{FF2B5EF4-FFF2-40B4-BE49-F238E27FC236}">
                <a16:creationId xmlns:a16="http://schemas.microsoft.com/office/drawing/2014/main" id="{AEFD93E6-D8FD-41B3-ADA5-A3DE5E502876}"/>
              </a:ext>
            </a:extLst>
          </p:cNvPr>
          <p:cNvSpPr>
            <a:spLocks noGrp="1"/>
          </p:cNvSpPr>
          <p:nvPr>
            <p:ph type="pic" idx="1"/>
          </p:nvPr>
        </p:nvSpPr>
        <p:spPr>
          <a:xfrm>
            <a:off x="695324" y="800100"/>
            <a:ext cx="8064502" cy="542131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GB" noProof="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p:nvPr>
        </p:nvSpPr>
        <p:spPr>
          <a:xfrm>
            <a:off x="8831255" y="2653642"/>
            <a:ext cx="2665420" cy="3587750"/>
          </a:xfrm>
        </p:spPr>
        <p:txBody>
          <a:bodyPr lIns="180000" tIns="28800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cxnSp>
        <p:nvCxnSpPr>
          <p:cNvPr id="17" name="Straight Connector 16">
            <a:extLst>
              <a:ext uri="{FF2B5EF4-FFF2-40B4-BE49-F238E27FC236}">
                <a16:creationId xmlns:a16="http://schemas.microsoft.com/office/drawing/2014/main" id="{944C8FAE-2E61-4E6B-950D-8D35BD96BCAA}"/>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9" name="Slide Number Placeholder 19">
            <a:extLst>
              <a:ext uri="{FF2B5EF4-FFF2-40B4-BE49-F238E27FC236}">
                <a16:creationId xmlns:a16="http://schemas.microsoft.com/office/drawing/2014/main" id="{0DA0DF23-A4B5-4399-B276-647555101DD7}"/>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Tree>
    <p:extLst>
      <p:ext uri="{BB962C8B-B14F-4D97-AF65-F5344CB8AC3E}">
        <p14:creationId xmlns:p14="http://schemas.microsoft.com/office/powerpoint/2010/main" val="13451147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lumn image and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anchor="t"/>
          <a:lstStyle/>
          <a:p>
            <a:r>
              <a:rPr lang="en-US" noProof="0"/>
              <a:t>Click to edit Master title style</a:t>
            </a:r>
            <a:endParaRPr lang="en-GB" noProof="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695325" y="2023453"/>
            <a:ext cx="3552825" cy="1760538"/>
          </a:xfrm>
        </p:spPr>
        <p:txBody>
          <a:bodyPr/>
          <a:lstStyle/>
          <a:p>
            <a:r>
              <a:rPr lang="en-US" noProof="0"/>
              <a:t>Click icon to add picture</a:t>
            </a:r>
            <a:endParaRPr lang="en-GB" noProof="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4321175" y="2023453"/>
            <a:ext cx="3538538" cy="1760538"/>
          </a:xfrm>
        </p:spPr>
        <p:txBody>
          <a:bodyPr/>
          <a:lstStyle/>
          <a:p>
            <a:r>
              <a:rPr lang="en-US" noProof="0"/>
              <a:t>Click icon to add picture</a:t>
            </a:r>
            <a:endParaRPr lang="en-GB" noProof="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7943850" y="2023453"/>
            <a:ext cx="3552825" cy="1760538"/>
          </a:xfrm>
        </p:spPr>
        <p:txBody>
          <a:bodyPr/>
          <a:lstStyle/>
          <a:p>
            <a:r>
              <a:rPr lang="en-US" noProof="0"/>
              <a:t>Click icon to add picture</a:t>
            </a:r>
            <a:endParaRPr lang="en-GB" noProof="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p:nvPr>
        </p:nvSpPr>
        <p:spPr>
          <a:xfrm>
            <a:off x="695326" y="3869084"/>
            <a:ext cx="3552824" cy="539750"/>
          </a:xfrm>
          <a:solidFill>
            <a:srgbClr val="00707A"/>
          </a:solidFill>
          <a:ln>
            <a:noFill/>
          </a:ln>
        </p:spPr>
        <p:txBody>
          <a:bodyPr lIns="108000" tIns="72000" rIns="108000" bIns="72000" anchor="ctr"/>
          <a:lstStyle>
            <a:lvl1pPr marL="0" indent="0" algn="ctr">
              <a:buNone/>
              <a:defRPr>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p:nvPr>
        </p:nvSpPr>
        <p:spPr>
          <a:xfrm>
            <a:off x="695325" y="4480272"/>
            <a:ext cx="3552825" cy="1757362"/>
          </a:xfrm>
          <a:solidFill>
            <a:srgbClr val="DEECEE"/>
          </a:solidFill>
        </p:spPr>
        <p:txBody>
          <a:bodyPr lIns="108000" tIns="180000" rIns="108000" bIns="180000">
            <a:noAutofit/>
          </a:bodyPr>
          <a:lstStyle>
            <a:lvl1pPr marL="48600" indent="0">
              <a:buFontTx/>
              <a:buNone/>
              <a:defRPr sz="1400"/>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p:nvPr>
        </p:nvSpPr>
        <p:spPr>
          <a:xfrm>
            <a:off x="4321176" y="3869084"/>
            <a:ext cx="3538537" cy="539750"/>
          </a:xfrm>
          <a:solidFill>
            <a:srgbClr val="00707A"/>
          </a:solidFill>
          <a:ln>
            <a:noFill/>
          </a:ln>
        </p:spPr>
        <p:txBody>
          <a:bodyPr lIns="108000" tIns="72000" rIns="108000" bIns="72000" anchor="ctr"/>
          <a:lstStyle>
            <a:lvl1pPr marL="0" indent="0" algn="ctr">
              <a:buNone/>
              <a:defRPr>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p:nvPr>
        </p:nvSpPr>
        <p:spPr>
          <a:xfrm>
            <a:off x="4321175" y="4480272"/>
            <a:ext cx="3538539" cy="1757362"/>
          </a:xfrm>
          <a:solidFill>
            <a:srgbClr val="DEECEE"/>
          </a:solidFill>
        </p:spPr>
        <p:txBody>
          <a:bodyPr lIns="108000" tIns="180000" rIns="108000" bIns="180000">
            <a:noAutofit/>
          </a:bodyPr>
          <a:lstStyle>
            <a:lvl1pPr marL="48600" indent="0">
              <a:buFontTx/>
              <a:buNone/>
              <a:defRPr sz="1400"/>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p:nvPr>
        </p:nvSpPr>
        <p:spPr>
          <a:xfrm>
            <a:off x="7937955" y="3869084"/>
            <a:ext cx="3552825" cy="539750"/>
          </a:xfrm>
          <a:solidFill>
            <a:srgbClr val="00707A"/>
          </a:solidFill>
          <a:ln>
            <a:noFill/>
          </a:ln>
        </p:spPr>
        <p:txBody>
          <a:bodyPr lIns="108000" tIns="72000" rIns="108000" bIns="72000" anchor="ctr"/>
          <a:lstStyle>
            <a:lvl1pPr marL="0" indent="0" algn="ctr">
              <a:buNone/>
              <a:defRPr>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p:nvPr>
        </p:nvSpPr>
        <p:spPr>
          <a:xfrm>
            <a:off x="7937955" y="4480272"/>
            <a:ext cx="3552825" cy="1757362"/>
          </a:xfrm>
          <a:solidFill>
            <a:srgbClr val="DEECEE"/>
          </a:solidFill>
        </p:spPr>
        <p:txBody>
          <a:bodyPr lIns="108000" tIns="180000" rIns="108000" bIns="180000">
            <a:noAutofit/>
          </a:bodyPr>
          <a:lstStyle>
            <a:lvl1pPr marL="48600" indent="0">
              <a:buFontTx/>
              <a:buNone/>
              <a:defRPr sz="1400"/>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cxnSp>
        <p:nvCxnSpPr>
          <p:cNvPr id="23" name="Straight Connector 22">
            <a:extLst>
              <a:ext uri="{FF2B5EF4-FFF2-40B4-BE49-F238E27FC236}">
                <a16:creationId xmlns:a16="http://schemas.microsoft.com/office/drawing/2014/main" id="{96670F45-E58B-4184-92A9-D9540C48C0F3}"/>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22" name="Slide Number Placeholder 19">
            <a:extLst>
              <a:ext uri="{FF2B5EF4-FFF2-40B4-BE49-F238E27FC236}">
                <a16:creationId xmlns:a16="http://schemas.microsoft.com/office/drawing/2014/main" id="{F1F39B4C-364B-4AFC-B899-8DD61C19D9CE}"/>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Tree>
    <p:extLst>
      <p:ext uri="{BB962C8B-B14F-4D97-AF65-F5344CB8AC3E}">
        <p14:creationId xmlns:p14="http://schemas.microsoft.com/office/powerpoint/2010/main" val="32480231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CCCFB-02E9-4461-933C-7C1EAD815E76}"/>
              </a:ext>
            </a:extLst>
          </p:cNvPr>
          <p:cNvSpPr>
            <a:spLocks noGrp="1"/>
          </p:cNvSpPr>
          <p:nvPr>
            <p:ph type="title"/>
          </p:nvPr>
        </p:nvSpPr>
        <p:spPr>
          <a:xfrm>
            <a:off x="695325" y="811227"/>
            <a:ext cx="10801350" cy="1145313"/>
          </a:xfrm>
        </p:spPr>
        <p:txBody>
          <a:bodyPr anchor="t"/>
          <a:lstStyle/>
          <a:p>
            <a:r>
              <a:rPr lang="en-US" noProof="0"/>
              <a:t>Click to edit Master title style</a:t>
            </a:r>
            <a:endParaRPr lang="en-GB" noProof="0"/>
          </a:p>
        </p:txBody>
      </p:sp>
      <p:cxnSp>
        <p:nvCxnSpPr>
          <p:cNvPr id="9" name="Straight Connector 8">
            <a:extLst>
              <a:ext uri="{FF2B5EF4-FFF2-40B4-BE49-F238E27FC236}">
                <a16:creationId xmlns:a16="http://schemas.microsoft.com/office/drawing/2014/main" id="{BFF3FF8F-67FD-498C-8BD0-0B3BE1C26337}"/>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7" name="Slide Number Placeholder 19">
            <a:extLst>
              <a:ext uri="{FF2B5EF4-FFF2-40B4-BE49-F238E27FC236}">
                <a16:creationId xmlns:a16="http://schemas.microsoft.com/office/drawing/2014/main" id="{F5CB2508-A946-42A2-A6CA-3E88C1AEB0A4}"/>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Tree>
    <p:extLst>
      <p:ext uri="{BB962C8B-B14F-4D97-AF65-F5344CB8AC3E}">
        <p14:creationId xmlns:p14="http://schemas.microsoft.com/office/powerpoint/2010/main" val="8975684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32F0ABF5-3B7F-4790-9896-20E1719DDD90}"/>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6" name="Slide Number Placeholder 19">
            <a:extLst>
              <a:ext uri="{FF2B5EF4-FFF2-40B4-BE49-F238E27FC236}">
                <a16:creationId xmlns:a16="http://schemas.microsoft.com/office/drawing/2014/main" id="{D40944BA-5CC2-47BA-863C-43A8F243D9C1}"/>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Tree>
    <p:extLst>
      <p:ext uri="{BB962C8B-B14F-4D97-AF65-F5344CB8AC3E}">
        <p14:creationId xmlns:p14="http://schemas.microsoft.com/office/powerpoint/2010/main" val="39687616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losing credits-PDF extrac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1E21570-2B89-43CC-8DEE-216454BE3068}"/>
              </a:ext>
            </a:extLst>
          </p:cNvPr>
          <p:cNvSpPr/>
          <p:nvPr userDrawn="1"/>
        </p:nvSpPr>
        <p:spPr>
          <a:xfrm>
            <a:off x="695325" y="5846886"/>
            <a:ext cx="10801350" cy="7047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GB" sz="1000" b="0" i="0" u="none" strike="noStrike" kern="1200" cap="none" spc="0" normalizeH="0" baseline="0" noProof="0">
                <a:ln>
                  <a:noFill/>
                </a:ln>
                <a:solidFill>
                  <a:schemeClr val="accent1"/>
                </a:solidFill>
                <a:effectLst/>
                <a:uLnTx/>
                <a:uFillTx/>
                <a:latin typeface="+mj-lt"/>
                <a:ea typeface="+mn-ea"/>
                <a:cs typeface="Arial" charset="0"/>
              </a:rPr>
              <a:t>© Equinor ASA</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700" b="0" i="0" u="none" strike="noStrike" kern="1200" cap="none" spc="0" normalizeH="0" baseline="0" noProof="0">
                <a:ln>
                  <a:noFill/>
                </a:ln>
                <a:solidFill>
                  <a:srgbClr val="333333"/>
                </a:solidFill>
                <a:effectLst/>
                <a:uLnTx/>
                <a:uFillTx/>
                <a:latin typeface="+mn-lt"/>
                <a:ea typeface="Verdana" panose="020B0604030504040204" pitchFamily="34" charset="0"/>
                <a:cs typeface="Verdana" panose="020B0604030504040204" pitchFamily="34" charset="0"/>
              </a:rPr>
              <a:t>This presentation, including the contents and arrangement of the contents of each individual page or the collection of the pages, is owned by Equinor. Copyright to all material including, but not limited to, written material, photographs, drawings, images, tables and data remains the property of Equinor. All rights reserved. Any other use, reproduction, translation, adaption, arrangement, alteration, distribution or storage of this presentation, in whole or in part, without the prior written permission of Equinor is prohibited. The information contained in this presentation may not be accurate, up to date or applicable to the circumstances of any particular case, despite our efforts. Equinor cannot accept any liability for any inaccuracies or omissions</a:t>
            </a:r>
            <a:r>
              <a:rPr kumimoji="0" lang="en-GB" sz="700" b="0" i="0" u="none" strike="noStrike" kern="1200" cap="none" spc="0" normalizeH="0" baseline="0" noProof="0">
                <a:ln>
                  <a:noFill/>
                </a:ln>
                <a:solidFill>
                  <a:srgbClr val="333333"/>
                </a:solidFill>
                <a:effectLst/>
                <a:uLnTx/>
                <a:uFillTx/>
                <a:latin typeface="Equinor" panose="020B0503050302040203" pitchFamily="34" charset="0"/>
                <a:ea typeface="Verdana" panose="020B0604030504040204" pitchFamily="34" charset="0"/>
                <a:cs typeface="Verdana" panose="020B0604030504040204" pitchFamily="34" charset="0"/>
              </a:rPr>
              <a:t>.</a:t>
            </a:r>
            <a:endParaRPr kumimoji="0" lang="en-GB" sz="600" b="0" i="0" u="none" strike="noStrike" kern="1200" cap="none" spc="0" normalizeH="0" baseline="0" noProof="0">
              <a:ln>
                <a:noFill/>
              </a:ln>
              <a:solidFill>
                <a:srgbClr val="333333"/>
              </a:solidFill>
              <a:effectLst/>
              <a:uLnTx/>
              <a:uFillTx/>
              <a:latin typeface="Equinor" panose="020B0503050302040203" pitchFamily="34" charset="0"/>
              <a:ea typeface="+mn-ea"/>
              <a:cs typeface="Arial" charset="0"/>
            </a:endParaRPr>
          </a:p>
        </p:txBody>
      </p:sp>
      <p:sp>
        <p:nvSpPr>
          <p:cNvPr id="10" name="Text Placeholder 9">
            <a:extLst>
              <a:ext uri="{FF2B5EF4-FFF2-40B4-BE49-F238E27FC236}">
                <a16:creationId xmlns:a16="http://schemas.microsoft.com/office/drawing/2014/main" id="{67004934-2634-455F-9B65-D723350B506E}"/>
              </a:ext>
            </a:extLst>
          </p:cNvPr>
          <p:cNvSpPr>
            <a:spLocks noGrp="1"/>
          </p:cNvSpPr>
          <p:nvPr>
            <p:ph type="body" sz="quarter" idx="11" hasCustomPrompt="1"/>
          </p:nvPr>
        </p:nvSpPr>
        <p:spPr>
          <a:xfrm>
            <a:off x="695325" y="5084763"/>
            <a:ext cx="10801350" cy="409785"/>
          </a:xfrm>
        </p:spPr>
        <p:txBody>
          <a:bodyPr lIns="0" rIns="0">
            <a:noAutofit/>
          </a:bodyPr>
          <a:lstStyle>
            <a:lvl1pPr marL="0" indent="0">
              <a:spcBef>
                <a:spcPts val="0"/>
              </a:spcBef>
              <a:spcAft>
                <a:spcPts val="0"/>
              </a:spcAft>
              <a:buNone/>
              <a:defRPr sz="1400">
                <a:solidFill>
                  <a:schemeClr val="tx1"/>
                </a:solidFill>
              </a:defRPr>
            </a:lvl1pPr>
            <a:lvl2pPr marL="505800" indent="0">
              <a:buNone/>
              <a:defRPr sz="1400"/>
            </a:lvl2pPr>
            <a:lvl3pPr marL="963000" indent="0">
              <a:buNone/>
              <a:defRPr sz="1400"/>
            </a:lvl3pPr>
            <a:lvl4pPr marL="1420200" indent="0">
              <a:buNone/>
              <a:defRPr sz="1400"/>
            </a:lvl4pPr>
            <a:lvl5pPr marL="1877400" indent="0">
              <a:buNone/>
              <a:defRPr sz="1400"/>
            </a:lvl5pPr>
          </a:lstStyle>
          <a:p>
            <a:pPr lvl="0"/>
            <a:r>
              <a:rPr lang="en-GB" noProof="0"/>
              <a:t>Click to add presenter name and position</a:t>
            </a:r>
          </a:p>
        </p:txBody>
      </p:sp>
      <p:sp>
        <p:nvSpPr>
          <p:cNvPr id="11" name="Title 10">
            <a:extLst>
              <a:ext uri="{FF2B5EF4-FFF2-40B4-BE49-F238E27FC236}">
                <a16:creationId xmlns:a16="http://schemas.microsoft.com/office/drawing/2014/main" id="{04DE76AC-6DBB-4E2B-8B97-854F338047D5}"/>
              </a:ext>
            </a:extLst>
          </p:cNvPr>
          <p:cNvSpPr>
            <a:spLocks noGrp="1"/>
          </p:cNvSpPr>
          <p:nvPr>
            <p:ph type="title" hasCustomPrompt="1"/>
          </p:nvPr>
        </p:nvSpPr>
        <p:spPr>
          <a:xfrm>
            <a:off x="695326" y="4400550"/>
            <a:ext cx="10801349" cy="609337"/>
          </a:xfrm>
        </p:spPr>
        <p:txBody>
          <a:bodyPr lIns="0" tIns="0" rIns="0" bIns="0" anchor="b"/>
          <a:lstStyle>
            <a:lvl1pPr>
              <a:defRPr sz="2000">
                <a:solidFill>
                  <a:schemeClr val="accent6"/>
                </a:solidFill>
                <a:latin typeface="+mj-lt"/>
              </a:defRPr>
            </a:lvl1pPr>
          </a:lstStyle>
          <a:p>
            <a:r>
              <a:rPr lang="en-GB" noProof="0"/>
              <a:t>Click to add presentation title</a:t>
            </a:r>
          </a:p>
        </p:txBody>
      </p:sp>
      <p:grpSp>
        <p:nvGrpSpPr>
          <p:cNvPr id="33" name="Group 32">
            <a:extLst>
              <a:ext uri="{FF2B5EF4-FFF2-40B4-BE49-F238E27FC236}">
                <a16:creationId xmlns:a16="http://schemas.microsoft.com/office/drawing/2014/main" id="{C59792CB-ADFD-4CBC-B015-F5C6D6510C12}"/>
              </a:ext>
            </a:extLst>
          </p:cNvPr>
          <p:cNvGrpSpPr/>
          <p:nvPr userDrawn="1"/>
        </p:nvGrpSpPr>
        <p:grpSpPr>
          <a:xfrm>
            <a:off x="12302028" y="1854300"/>
            <a:ext cx="155539" cy="1166719"/>
            <a:chOff x="12302028" y="1799637"/>
            <a:chExt cx="155539" cy="1166719"/>
          </a:xfrm>
        </p:grpSpPr>
        <p:sp>
          <p:nvSpPr>
            <p:cNvPr id="34" name="Rectangle 156">
              <a:extLst>
                <a:ext uri="{FF2B5EF4-FFF2-40B4-BE49-F238E27FC236}">
                  <a16:creationId xmlns:a16="http://schemas.microsoft.com/office/drawing/2014/main" id="{9363F0CA-2D4F-42DF-938D-4805544798AB}"/>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5" name="Rectangle 157">
              <a:extLst>
                <a:ext uri="{FF2B5EF4-FFF2-40B4-BE49-F238E27FC236}">
                  <a16:creationId xmlns:a16="http://schemas.microsoft.com/office/drawing/2014/main" id="{9ABAA701-EACD-40B5-98DE-9C2C8E01DB68}"/>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6" name="Rectangle 158">
              <a:extLst>
                <a:ext uri="{FF2B5EF4-FFF2-40B4-BE49-F238E27FC236}">
                  <a16:creationId xmlns:a16="http://schemas.microsoft.com/office/drawing/2014/main" id="{F01B0B42-9CEA-4C9C-999B-C54107D2A1FD}"/>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73">
              <a:extLst>
                <a:ext uri="{FF2B5EF4-FFF2-40B4-BE49-F238E27FC236}">
                  <a16:creationId xmlns:a16="http://schemas.microsoft.com/office/drawing/2014/main" id="{45FDCBAC-4D81-4119-8680-3B52DB16E9E2}"/>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183">
              <a:extLst>
                <a:ext uri="{FF2B5EF4-FFF2-40B4-BE49-F238E27FC236}">
                  <a16:creationId xmlns:a16="http://schemas.microsoft.com/office/drawing/2014/main" id="{D6CAD649-0A29-4029-97C2-3A296FE44F52}"/>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7" name="Rectangle 200">
              <a:extLst>
                <a:ext uri="{FF2B5EF4-FFF2-40B4-BE49-F238E27FC236}">
                  <a16:creationId xmlns:a16="http://schemas.microsoft.com/office/drawing/2014/main" id="{2FBC4ECA-BFFD-4688-96BA-C9D3145EFD6B}"/>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8" name="Group 67">
            <a:extLst>
              <a:ext uri="{FF2B5EF4-FFF2-40B4-BE49-F238E27FC236}">
                <a16:creationId xmlns:a16="http://schemas.microsoft.com/office/drawing/2014/main" id="{838298F1-006B-4C2E-A808-3066A85345FF}"/>
              </a:ext>
            </a:extLst>
          </p:cNvPr>
          <p:cNvGrpSpPr/>
          <p:nvPr userDrawn="1"/>
        </p:nvGrpSpPr>
        <p:grpSpPr>
          <a:xfrm>
            <a:off x="12302028" y="0"/>
            <a:ext cx="155539" cy="1509130"/>
            <a:chOff x="12302028" y="154594"/>
            <a:chExt cx="155539" cy="1509130"/>
          </a:xfrm>
        </p:grpSpPr>
        <p:sp>
          <p:nvSpPr>
            <p:cNvPr id="69" name="Rectangle 188">
              <a:extLst>
                <a:ext uri="{FF2B5EF4-FFF2-40B4-BE49-F238E27FC236}">
                  <a16:creationId xmlns:a16="http://schemas.microsoft.com/office/drawing/2014/main" id="{91F0179F-8A4F-4450-A51A-F05F85B9CBF0}"/>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89">
              <a:extLst>
                <a:ext uri="{FF2B5EF4-FFF2-40B4-BE49-F238E27FC236}">
                  <a16:creationId xmlns:a16="http://schemas.microsoft.com/office/drawing/2014/main" id="{E0EE7570-FD71-4EDF-A88A-BC006AF11155}"/>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0">
              <a:extLst>
                <a:ext uri="{FF2B5EF4-FFF2-40B4-BE49-F238E27FC236}">
                  <a16:creationId xmlns:a16="http://schemas.microsoft.com/office/drawing/2014/main" id="{E26A2A66-DD49-44DB-9601-47FDB2564282}"/>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1">
              <a:extLst>
                <a:ext uri="{FF2B5EF4-FFF2-40B4-BE49-F238E27FC236}">
                  <a16:creationId xmlns:a16="http://schemas.microsoft.com/office/drawing/2014/main" id="{E23C084A-C69C-4D4B-A47D-AFABA419C904}"/>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192">
              <a:extLst>
                <a:ext uri="{FF2B5EF4-FFF2-40B4-BE49-F238E27FC236}">
                  <a16:creationId xmlns:a16="http://schemas.microsoft.com/office/drawing/2014/main" id="{B73A1DE7-DC07-499D-B2C6-D37293623203}"/>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1">
              <a:extLst>
                <a:ext uri="{FF2B5EF4-FFF2-40B4-BE49-F238E27FC236}">
                  <a16:creationId xmlns:a16="http://schemas.microsoft.com/office/drawing/2014/main" id="{E012B677-B5EB-4250-A98C-E053DC3AF743}"/>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33">
              <a:extLst>
                <a:ext uri="{FF2B5EF4-FFF2-40B4-BE49-F238E27FC236}">
                  <a16:creationId xmlns:a16="http://schemas.microsoft.com/office/drawing/2014/main" id="{C249D363-59E1-4053-8FF8-0886171A57C6}"/>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6" name="Rectangle 192">
              <a:extLst>
                <a:ext uri="{FF2B5EF4-FFF2-40B4-BE49-F238E27FC236}">
                  <a16:creationId xmlns:a16="http://schemas.microsoft.com/office/drawing/2014/main" id="{53C4A98D-2087-4CEC-BA3E-D8449DA6A21F}"/>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7" name="Group 76">
            <a:extLst>
              <a:ext uri="{FF2B5EF4-FFF2-40B4-BE49-F238E27FC236}">
                <a16:creationId xmlns:a16="http://schemas.microsoft.com/office/drawing/2014/main" id="{15B49BDA-F19C-4145-BD21-6CEA5D02C856}"/>
              </a:ext>
            </a:extLst>
          </p:cNvPr>
          <p:cNvGrpSpPr/>
          <p:nvPr userDrawn="1"/>
        </p:nvGrpSpPr>
        <p:grpSpPr>
          <a:xfrm>
            <a:off x="12302028" y="3366188"/>
            <a:ext cx="155539" cy="3491812"/>
            <a:chOff x="12302028" y="3266863"/>
            <a:chExt cx="155539" cy="3491812"/>
          </a:xfrm>
        </p:grpSpPr>
        <p:sp>
          <p:nvSpPr>
            <p:cNvPr id="78" name="Rectangle 174">
              <a:extLst>
                <a:ext uri="{FF2B5EF4-FFF2-40B4-BE49-F238E27FC236}">
                  <a16:creationId xmlns:a16="http://schemas.microsoft.com/office/drawing/2014/main" id="{89FFCB44-D1B4-476B-A351-0E82721B10CB}"/>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5">
              <a:extLst>
                <a:ext uri="{FF2B5EF4-FFF2-40B4-BE49-F238E27FC236}">
                  <a16:creationId xmlns:a16="http://schemas.microsoft.com/office/drawing/2014/main" id="{6E165768-DA4E-48A8-8B2D-A8EEEB0E192C}"/>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76">
              <a:extLst>
                <a:ext uri="{FF2B5EF4-FFF2-40B4-BE49-F238E27FC236}">
                  <a16:creationId xmlns:a16="http://schemas.microsoft.com/office/drawing/2014/main" id="{9FFC1A04-EDA8-44BC-8FC3-F447AD759BCC}"/>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89">
              <a:extLst>
                <a:ext uri="{FF2B5EF4-FFF2-40B4-BE49-F238E27FC236}">
                  <a16:creationId xmlns:a16="http://schemas.microsoft.com/office/drawing/2014/main" id="{CAFB48BD-D74F-432E-B7F3-8BB03AF83C98}"/>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0">
              <a:extLst>
                <a:ext uri="{FF2B5EF4-FFF2-40B4-BE49-F238E27FC236}">
                  <a16:creationId xmlns:a16="http://schemas.microsoft.com/office/drawing/2014/main" id="{76BBA105-E99F-4EAE-9114-958870B64472}"/>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91">
              <a:extLst>
                <a:ext uri="{FF2B5EF4-FFF2-40B4-BE49-F238E27FC236}">
                  <a16:creationId xmlns:a16="http://schemas.microsoft.com/office/drawing/2014/main" id="{C3C3C0E6-EE80-4BC6-A7B3-A73C1E45CD4E}"/>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83">
              <a:extLst>
                <a:ext uri="{FF2B5EF4-FFF2-40B4-BE49-F238E27FC236}">
                  <a16:creationId xmlns:a16="http://schemas.microsoft.com/office/drawing/2014/main" id="{E31AAD80-EEAC-4E86-8F93-F69A19F9D0ED}"/>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73">
              <a:extLst>
                <a:ext uri="{FF2B5EF4-FFF2-40B4-BE49-F238E27FC236}">
                  <a16:creationId xmlns:a16="http://schemas.microsoft.com/office/drawing/2014/main" id="{D1EDEF30-DAAF-444C-8AEF-AC7FA44A190F}"/>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6">
              <a:extLst>
                <a:ext uri="{FF2B5EF4-FFF2-40B4-BE49-F238E27FC236}">
                  <a16:creationId xmlns:a16="http://schemas.microsoft.com/office/drawing/2014/main" id="{D2ACA4B7-C62C-42A1-B650-AE87875FB07D}"/>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7">
              <a:extLst>
                <a:ext uri="{FF2B5EF4-FFF2-40B4-BE49-F238E27FC236}">
                  <a16:creationId xmlns:a16="http://schemas.microsoft.com/office/drawing/2014/main" id="{1786B5E2-1A2A-45B1-B481-173E9DF5F5FA}"/>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8">
              <a:extLst>
                <a:ext uri="{FF2B5EF4-FFF2-40B4-BE49-F238E27FC236}">
                  <a16:creationId xmlns:a16="http://schemas.microsoft.com/office/drawing/2014/main" id="{D202890D-C23E-4B57-A118-AB3D42895EBC}"/>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6">
              <a:extLst>
                <a:ext uri="{FF2B5EF4-FFF2-40B4-BE49-F238E27FC236}">
                  <a16:creationId xmlns:a16="http://schemas.microsoft.com/office/drawing/2014/main" id="{643A3032-98D1-48FE-A761-F1825ACAB925}"/>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7">
              <a:extLst>
                <a:ext uri="{FF2B5EF4-FFF2-40B4-BE49-F238E27FC236}">
                  <a16:creationId xmlns:a16="http://schemas.microsoft.com/office/drawing/2014/main" id="{0C3B4021-53D2-4EB4-9084-0185DEE727C4}"/>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58">
              <a:extLst>
                <a:ext uri="{FF2B5EF4-FFF2-40B4-BE49-F238E27FC236}">
                  <a16:creationId xmlns:a16="http://schemas.microsoft.com/office/drawing/2014/main" id="{DC7B9725-19DB-4FE9-865B-70F130DDC641}"/>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4">
              <a:extLst>
                <a:ext uri="{FF2B5EF4-FFF2-40B4-BE49-F238E27FC236}">
                  <a16:creationId xmlns:a16="http://schemas.microsoft.com/office/drawing/2014/main" id="{841F99CD-9BD3-49B0-9346-1664524D92C8}"/>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5">
              <a:extLst>
                <a:ext uri="{FF2B5EF4-FFF2-40B4-BE49-F238E27FC236}">
                  <a16:creationId xmlns:a16="http://schemas.microsoft.com/office/drawing/2014/main" id="{1C929E19-AABE-4C0A-BB7E-E5C822BA7B2A}"/>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6">
              <a:extLst>
                <a:ext uri="{FF2B5EF4-FFF2-40B4-BE49-F238E27FC236}">
                  <a16:creationId xmlns:a16="http://schemas.microsoft.com/office/drawing/2014/main" id="{734C0DFB-721D-4ACC-A890-619C5B001E57}"/>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5" name="Rectangle 173">
              <a:extLst>
                <a:ext uri="{FF2B5EF4-FFF2-40B4-BE49-F238E27FC236}">
                  <a16:creationId xmlns:a16="http://schemas.microsoft.com/office/drawing/2014/main" id="{FAC03BCE-A06E-42A3-B9C3-6144A371F267}"/>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6" name="TextBox 95">
            <a:extLst>
              <a:ext uri="{FF2B5EF4-FFF2-40B4-BE49-F238E27FC236}">
                <a16:creationId xmlns:a16="http://schemas.microsoft.com/office/drawing/2014/main" id="{2AA3739F-4846-4120-B275-288109D2932A}"/>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7" name="TextBox 96">
            <a:extLst>
              <a:ext uri="{FF2B5EF4-FFF2-40B4-BE49-F238E27FC236}">
                <a16:creationId xmlns:a16="http://schemas.microsoft.com/office/drawing/2014/main" id="{5B29808E-8254-4C61-AECC-1775DF8C329D}"/>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8" name="TextBox 97">
            <a:extLst>
              <a:ext uri="{FF2B5EF4-FFF2-40B4-BE49-F238E27FC236}">
                <a16:creationId xmlns:a16="http://schemas.microsoft.com/office/drawing/2014/main" id="{A5179A29-EC69-4553-BC3E-48C0BE86B7B0}"/>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45" name="Graphic 44">
            <a:extLst>
              <a:ext uri="{FF2B5EF4-FFF2-40B4-BE49-F238E27FC236}">
                <a16:creationId xmlns:a16="http://schemas.microsoft.com/office/drawing/2014/main" id="{64E422E7-C7DB-4940-B055-4E14BF9FA65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1026621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600450"/>
          </a:xfrm>
          <a:noFill/>
        </p:spPr>
        <p:txBody>
          <a:bodyPr tIns="0" bIns="0" anchor="b"/>
          <a:lstStyle>
            <a:lvl1pPr algn="l">
              <a:lnSpc>
                <a:spcPct val="100000"/>
              </a:lnSpc>
              <a:defRPr sz="3200">
                <a:solidFill>
                  <a:schemeClr val="accent6"/>
                </a:solidFill>
                <a:latin typeface="+mj-lt"/>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11186EE5-AECD-4CEC-A023-9347A1BFD171}"/>
              </a:ext>
            </a:extLst>
          </p:cNvPr>
          <p:cNvSpPr>
            <a:spLocks noGrp="1"/>
          </p:cNvSpPr>
          <p:nvPr userDrawn="1">
            <p:ph type="subTitle" idx="1"/>
          </p:nvPr>
        </p:nvSpPr>
        <p:spPr>
          <a:xfrm>
            <a:off x="694800" y="4473574"/>
            <a:ext cx="5335200" cy="1221625"/>
          </a:xfrm>
        </p:spPr>
        <p:txBody>
          <a:bodyPr/>
          <a:lstStyle>
            <a:lvl1pPr marL="0" indent="0" algn="l">
              <a:spcBef>
                <a:spcPts val="0"/>
              </a:spcBef>
              <a:spcAft>
                <a:spcPts val="0"/>
              </a:spcAft>
              <a:buNone/>
              <a:defRPr sz="1800" spc="0" baseline="0">
                <a:solidFill>
                  <a:srgbClr val="10344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pSp>
        <p:nvGrpSpPr>
          <p:cNvPr id="32" name="Group 31">
            <a:extLst>
              <a:ext uri="{FF2B5EF4-FFF2-40B4-BE49-F238E27FC236}">
                <a16:creationId xmlns:a16="http://schemas.microsoft.com/office/drawing/2014/main" id="{E188DCC9-1E72-4738-9BF4-4D96C25B1EB5}"/>
              </a:ext>
            </a:extLst>
          </p:cNvPr>
          <p:cNvGrpSpPr/>
          <p:nvPr userDrawn="1"/>
        </p:nvGrpSpPr>
        <p:grpSpPr>
          <a:xfrm>
            <a:off x="12302028" y="1854300"/>
            <a:ext cx="155539" cy="1166719"/>
            <a:chOff x="12302028" y="1799637"/>
            <a:chExt cx="155539" cy="1166719"/>
          </a:xfrm>
        </p:grpSpPr>
        <p:sp>
          <p:nvSpPr>
            <p:cNvPr id="61" name="Rectangle 156">
              <a:extLst>
                <a:ext uri="{FF2B5EF4-FFF2-40B4-BE49-F238E27FC236}">
                  <a16:creationId xmlns:a16="http://schemas.microsoft.com/office/drawing/2014/main" id="{079CA15A-2079-4227-80FD-5DA488067229}"/>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2" name="Rectangle 157">
              <a:extLst>
                <a:ext uri="{FF2B5EF4-FFF2-40B4-BE49-F238E27FC236}">
                  <a16:creationId xmlns:a16="http://schemas.microsoft.com/office/drawing/2014/main" id="{EA78C8AF-F980-4E1E-88AB-AF9D7879AF54}"/>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8">
              <a:extLst>
                <a:ext uri="{FF2B5EF4-FFF2-40B4-BE49-F238E27FC236}">
                  <a16:creationId xmlns:a16="http://schemas.microsoft.com/office/drawing/2014/main" id="{CDA8CEEA-4612-4465-9815-ED9F56459266}"/>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73">
              <a:extLst>
                <a:ext uri="{FF2B5EF4-FFF2-40B4-BE49-F238E27FC236}">
                  <a16:creationId xmlns:a16="http://schemas.microsoft.com/office/drawing/2014/main" id="{0C5B7F3B-808B-4B91-9AF9-F72936F8C86A}"/>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83">
              <a:extLst>
                <a:ext uri="{FF2B5EF4-FFF2-40B4-BE49-F238E27FC236}">
                  <a16:creationId xmlns:a16="http://schemas.microsoft.com/office/drawing/2014/main" id="{01666F7F-A02F-4270-9C25-BEE10EA64756}"/>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200">
              <a:extLst>
                <a:ext uri="{FF2B5EF4-FFF2-40B4-BE49-F238E27FC236}">
                  <a16:creationId xmlns:a16="http://schemas.microsoft.com/office/drawing/2014/main" id="{6F54B416-10C0-4F0B-A083-4341FBF364E1}"/>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7" name="Group 66">
            <a:extLst>
              <a:ext uri="{FF2B5EF4-FFF2-40B4-BE49-F238E27FC236}">
                <a16:creationId xmlns:a16="http://schemas.microsoft.com/office/drawing/2014/main" id="{C051CD14-11DB-4178-A452-261AE23C8C1C}"/>
              </a:ext>
            </a:extLst>
          </p:cNvPr>
          <p:cNvGrpSpPr/>
          <p:nvPr userDrawn="1"/>
        </p:nvGrpSpPr>
        <p:grpSpPr>
          <a:xfrm>
            <a:off x="12302028" y="0"/>
            <a:ext cx="155539" cy="1509130"/>
            <a:chOff x="12302028" y="154594"/>
            <a:chExt cx="155539" cy="1509130"/>
          </a:xfrm>
        </p:grpSpPr>
        <p:sp>
          <p:nvSpPr>
            <p:cNvPr id="68" name="Rectangle 188">
              <a:extLst>
                <a:ext uri="{FF2B5EF4-FFF2-40B4-BE49-F238E27FC236}">
                  <a16:creationId xmlns:a16="http://schemas.microsoft.com/office/drawing/2014/main" id="{BDDACEF3-424A-4672-AF5B-BEC2A6244EA7}"/>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9" name="Rectangle 189">
              <a:extLst>
                <a:ext uri="{FF2B5EF4-FFF2-40B4-BE49-F238E27FC236}">
                  <a16:creationId xmlns:a16="http://schemas.microsoft.com/office/drawing/2014/main" id="{98F559E9-8F7B-464D-9E0B-B7796190A385}"/>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90">
              <a:extLst>
                <a:ext uri="{FF2B5EF4-FFF2-40B4-BE49-F238E27FC236}">
                  <a16:creationId xmlns:a16="http://schemas.microsoft.com/office/drawing/2014/main" id="{990D1ABB-929C-47D0-954E-F73DD96EDAE9}"/>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1">
              <a:extLst>
                <a:ext uri="{FF2B5EF4-FFF2-40B4-BE49-F238E27FC236}">
                  <a16:creationId xmlns:a16="http://schemas.microsoft.com/office/drawing/2014/main" id="{7A17BB8A-C23C-4B8C-8B72-A35A9060BC34}"/>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2">
              <a:extLst>
                <a:ext uri="{FF2B5EF4-FFF2-40B4-BE49-F238E27FC236}">
                  <a16:creationId xmlns:a16="http://schemas.microsoft.com/office/drawing/2014/main" id="{3306DBD9-13A5-46DE-9173-2DAB780954FB}"/>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31">
              <a:extLst>
                <a:ext uri="{FF2B5EF4-FFF2-40B4-BE49-F238E27FC236}">
                  <a16:creationId xmlns:a16="http://schemas.microsoft.com/office/drawing/2014/main" id="{9D23C359-515E-4761-9551-B58234910DE6}"/>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3">
              <a:extLst>
                <a:ext uri="{FF2B5EF4-FFF2-40B4-BE49-F238E27FC236}">
                  <a16:creationId xmlns:a16="http://schemas.microsoft.com/office/drawing/2014/main" id="{87B95BE0-5F19-42EF-A37B-4289C03B4E66}"/>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192">
              <a:extLst>
                <a:ext uri="{FF2B5EF4-FFF2-40B4-BE49-F238E27FC236}">
                  <a16:creationId xmlns:a16="http://schemas.microsoft.com/office/drawing/2014/main" id="{3BEFFBA2-D014-46B9-B5B5-20BC9948E92F}"/>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6" name="Group 75">
            <a:extLst>
              <a:ext uri="{FF2B5EF4-FFF2-40B4-BE49-F238E27FC236}">
                <a16:creationId xmlns:a16="http://schemas.microsoft.com/office/drawing/2014/main" id="{932B0186-76B4-4CF5-8E29-73B065BEEA01}"/>
              </a:ext>
            </a:extLst>
          </p:cNvPr>
          <p:cNvGrpSpPr/>
          <p:nvPr userDrawn="1"/>
        </p:nvGrpSpPr>
        <p:grpSpPr>
          <a:xfrm>
            <a:off x="12302028" y="3366188"/>
            <a:ext cx="155539" cy="3491812"/>
            <a:chOff x="12302028" y="3266863"/>
            <a:chExt cx="155539" cy="3491812"/>
          </a:xfrm>
        </p:grpSpPr>
        <p:sp>
          <p:nvSpPr>
            <p:cNvPr id="77" name="Rectangle 174">
              <a:extLst>
                <a:ext uri="{FF2B5EF4-FFF2-40B4-BE49-F238E27FC236}">
                  <a16:creationId xmlns:a16="http://schemas.microsoft.com/office/drawing/2014/main" id="{D86F5E44-CEAE-42D8-8972-0CBB59B2A721}"/>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8" name="Rectangle 175">
              <a:extLst>
                <a:ext uri="{FF2B5EF4-FFF2-40B4-BE49-F238E27FC236}">
                  <a16:creationId xmlns:a16="http://schemas.microsoft.com/office/drawing/2014/main" id="{D5A73430-E091-4FC9-83BC-AA139417EF97}"/>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6">
              <a:extLst>
                <a:ext uri="{FF2B5EF4-FFF2-40B4-BE49-F238E27FC236}">
                  <a16:creationId xmlns:a16="http://schemas.microsoft.com/office/drawing/2014/main" id="{3C137230-0F4A-4B48-9731-417C3BD4383F}"/>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89">
              <a:extLst>
                <a:ext uri="{FF2B5EF4-FFF2-40B4-BE49-F238E27FC236}">
                  <a16:creationId xmlns:a16="http://schemas.microsoft.com/office/drawing/2014/main" id="{CFC461A7-9E26-4C3E-A4F4-68490800F88F}"/>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90">
              <a:extLst>
                <a:ext uri="{FF2B5EF4-FFF2-40B4-BE49-F238E27FC236}">
                  <a16:creationId xmlns:a16="http://schemas.microsoft.com/office/drawing/2014/main" id="{65CFB6AA-93F6-4010-8E6D-D239281B5E58}"/>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1">
              <a:extLst>
                <a:ext uri="{FF2B5EF4-FFF2-40B4-BE49-F238E27FC236}">
                  <a16:creationId xmlns:a16="http://schemas.microsoft.com/office/drawing/2014/main" id="{E5766B4A-7515-4382-9CAC-BE803DA048DE}"/>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83">
              <a:extLst>
                <a:ext uri="{FF2B5EF4-FFF2-40B4-BE49-F238E27FC236}">
                  <a16:creationId xmlns:a16="http://schemas.microsoft.com/office/drawing/2014/main" id="{BE79A808-88BF-45AA-A554-12C3CC6E4428}"/>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73">
              <a:extLst>
                <a:ext uri="{FF2B5EF4-FFF2-40B4-BE49-F238E27FC236}">
                  <a16:creationId xmlns:a16="http://schemas.microsoft.com/office/drawing/2014/main" id="{14F46305-12AB-473F-A8CC-A75A725575CB}"/>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56">
              <a:extLst>
                <a:ext uri="{FF2B5EF4-FFF2-40B4-BE49-F238E27FC236}">
                  <a16:creationId xmlns:a16="http://schemas.microsoft.com/office/drawing/2014/main" id="{9743D191-4B6F-41BA-8230-72D28DC521F0}"/>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7">
              <a:extLst>
                <a:ext uri="{FF2B5EF4-FFF2-40B4-BE49-F238E27FC236}">
                  <a16:creationId xmlns:a16="http://schemas.microsoft.com/office/drawing/2014/main" id="{275BF7C8-AA06-4195-A2C9-98B58CA8478A}"/>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8">
              <a:extLst>
                <a:ext uri="{FF2B5EF4-FFF2-40B4-BE49-F238E27FC236}">
                  <a16:creationId xmlns:a16="http://schemas.microsoft.com/office/drawing/2014/main" id="{8447B37F-691E-464F-BEFA-A73DB70A8CB3}"/>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6">
              <a:extLst>
                <a:ext uri="{FF2B5EF4-FFF2-40B4-BE49-F238E27FC236}">
                  <a16:creationId xmlns:a16="http://schemas.microsoft.com/office/drawing/2014/main" id="{2001F3F5-4373-4399-B6BD-40DF418C5A34}"/>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7">
              <a:extLst>
                <a:ext uri="{FF2B5EF4-FFF2-40B4-BE49-F238E27FC236}">
                  <a16:creationId xmlns:a16="http://schemas.microsoft.com/office/drawing/2014/main" id="{8CF84D46-811B-4077-8568-30DC091CF298}"/>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8">
              <a:extLst>
                <a:ext uri="{FF2B5EF4-FFF2-40B4-BE49-F238E27FC236}">
                  <a16:creationId xmlns:a16="http://schemas.microsoft.com/office/drawing/2014/main" id="{C6F9D2FF-01CB-4D31-A903-04E026215D17}"/>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74">
              <a:extLst>
                <a:ext uri="{FF2B5EF4-FFF2-40B4-BE49-F238E27FC236}">
                  <a16:creationId xmlns:a16="http://schemas.microsoft.com/office/drawing/2014/main" id="{E5166E44-5AF8-45C5-AC05-B9F61C3D8FA7}"/>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5">
              <a:extLst>
                <a:ext uri="{FF2B5EF4-FFF2-40B4-BE49-F238E27FC236}">
                  <a16:creationId xmlns:a16="http://schemas.microsoft.com/office/drawing/2014/main" id="{A42945EA-39DF-4F2B-9336-A99E65F63701}"/>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6">
              <a:extLst>
                <a:ext uri="{FF2B5EF4-FFF2-40B4-BE49-F238E27FC236}">
                  <a16:creationId xmlns:a16="http://schemas.microsoft.com/office/drawing/2014/main" id="{633E4C68-1161-4803-9126-36D7F68EB2B5}"/>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3">
              <a:extLst>
                <a:ext uri="{FF2B5EF4-FFF2-40B4-BE49-F238E27FC236}">
                  <a16:creationId xmlns:a16="http://schemas.microsoft.com/office/drawing/2014/main" id="{C8949F76-4F7E-47F7-8918-4B3ECDCD2450}"/>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5" name="TextBox 94">
            <a:extLst>
              <a:ext uri="{FF2B5EF4-FFF2-40B4-BE49-F238E27FC236}">
                <a16:creationId xmlns:a16="http://schemas.microsoft.com/office/drawing/2014/main" id="{5EDCAC5D-A9AA-4151-8772-53F9BC4DFC0E}"/>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6" name="TextBox 95">
            <a:extLst>
              <a:ext uri="{FF2B5EF4-FFF2-40B4-BE49-F238E27FC236}">
                <a16:creationId xmlns:a16="http://schemas.microsoft.com/office/drawing/2014/main" id="{8B680DA4-943F-42A0-B1A8-7B602CD0D4A0}"/>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7" name="TextBox 96">
            <a:extLst>
              <a:ext uri="{FF2B5EF4-FFF2-40B4-BE49-F238E27FC236}">
                <a16:creationId xmlns:a16="http://schemas.microsoft.com/office/drawing/2014/main" id="{7636CAFA-CBA6-46A0-AE47-07F72E5C6DD1}"/>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43" name="Graphic 42">
            <a:extLst>
              <a:ext uri="{FF2B5EF4-FFF2-40B4-BE49-F238E27FC236}">
                <a16:creationId xmlns:a16="http://schemas.microsoft.com/office/drawing/2014/main" id="{CE96131C-B81B-4A9C-A64B-413F047F15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25403151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lide - Mist">
    <p:bg>
      <p:bgPr>
        <a:solidFill>
          <a:srgbClr val="CDEB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600450"/>
          </a:xfrm>
          <a:noFill/>
        </p:spPr>
        <p:txBody>
          <a:bodyPr tIns="0" bIns="0" anchor="b"/>
          <a:lstStyle>
            <a:lvl1pPr algn="l">
              <a:lnSpc>
                <a:spcPct val="100000"/>
              </a:lnSpc>
              <a:defRPr sz="3200">
                <a:solidFill>
                  <a:schemeClr val="accent6"/>
                </a:solidFill>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D8E30F04-5BFA-4CD7-919B-F181C8844131}"/>
              </a:ext>
            </a:extLst>
          </p:cNvPr>
          <p:cNvSpPr>
            <a:spLocks noGrp="1"/>
          </p:cNvSpPr>
          <p:nvPr>
            <p:ph type="subTitle" idx="1"/>
          </p:nvPr>
        </p:nvSpPr>
        <p:spPr>
          <a:xfrm>
            <a:off x="694800" y="4473574"/>
            <a:ext cx="5335200" cy="1221625"/>
          </a:xfrm>
        </p:spPr>
        <p:txBody>
          <a:bodyPr/>
          <a:lstStyle>
            <a:lvl1pPr marL="0" indent="0" algn="l">
              <a:spcBef>
                <a:spcPts val="0"/>
              </a:spcBef>
              <a:spcAft>
                <a:spcPts val="0"/>
              </a:spcAft>
              <a:buNone/>
              <a:defRPr sz="1800" spc="0" baseline="0">
                <a:solidFill>
                  <a:srgbClr val="10344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pSp>
        <p:nvGrpSpPr>
          <p:cNvPr id="32" name="Group 31">
            <a:extLst>
              <a:ext uri="{FF2B5EF4-FFF2-40B4-BE49-F238E27FC236}">
                <a16:creationId xmlns:a16="http://schemas.microsoft.com/office/drawing/2014/main" id="{51B3120C-01DC-4D1E-BAD1-12AE7C68C025}"/>
              </a:ext>
            </a:extLst>
          </p:cNvPr>
          <p:cNvGrpSpPr/>
          <p:nvPr userDrawn="1"/>
        </p:nvGrpSpPr>
        <p:grpSpPr>
          <a:xfrm>
            <a:off x="12302028" y="1854300"/>
            <a:ext cx="155539" cy="1166719"/>
            <a:chOff x="12302028" y="1799637"/>
            <a:chExt cx="155539" cy="1166719"/>
          </a:xfrm>
        </p:grpSpPr>
        <p:sp>
          <p:nvSpPr>
            <p:cNvPr id="34" name="Rectangle 156">
              <a:extLst>
                <a:ext uri="{FF2B5EF4-FFF2-40B4-BE49-F238E27FC236}">
                  <a16:creationId xmlns:a16="http://schemas.microsoft.com/office/drawing/2014/main" id="{CEAE09E1-30F6-49A0-AA7F-B61C77317063}"/>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5" name="Rectangle 157">
              <a:extLst>
                <a:ext uri="{FF2B5EF4-FFF2-40B4-BE49-F238E27FC236}">
                  <a16:creationId xmlns:a16="http://schemas.microsoft.com/office/drawing/2014/main" id="{E4087A33-4989-422F-9E6A-78C8231F2439}"/>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6" name="Rectangle 158">
              <a:extLst>
                <a:ext uri="{FF2B5EF4-FFF2-40B4-BE49-F238E27FC236}">
                  <a16:creationId xmlns:a16="http://schemas.microsoft.com/office/drawing/2014/main" id="{5C766812-18BE-424E-BD77-1AAEDC2285D5}"/>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7" name="Rectangle 173">
              <a:extLst>
                <a:ext uri="{FF2B5EF4-FFF2-40B4-BE49-F238E27FC236}">
                  <a16:creationId xmlns:a16="http://schemas.microsoft.com/office/drawing/2014/main" id="{16E5E7FF-6B95-4E3D-B70D-E8A0DFEEFAC3}"/>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8" name="Rectangle 183">
              <a:extLst>
                <a:ext uri="{FF2B5EF4-FFF2-40B4-BE49-F238E27FC236}">
                  <a16:creationId xmlns:a16="http://schemas.microsoft.com/office/drawing/2014/main" id="{623DBF0C-E9D8-4B21-A529-0BF4E8E80E47}"/>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9" name="Rectangle 200">
              <a:extLst>
                <a:ext uri="{FF2B5EF4-FFF2-40B4-BE49-F238E27FC236}">
                  <a16:creationId xmlns:a16="http://schemas.microsoft.com/office/drawing/2014/main" id="{BA97524D-C70A-4292-95A2-8F60FFE8430E}"/>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40" name="Group 39">
            <a:extLst>
              <a:ext uri="{FF2B5EF4-FFF2-40B4-BE49-F238E27FC236}">
                <a16:creationId xmlns:a16="http://schemas.microsoft.com/office/drawing/2014/main" id="{745004F8-FC5D-4341-B352-DC271C33CEE1}"/>
              </a:ext>
            </a:extLst>
          </p:cNvPr>
          <p:cNvGrpSpPr/>
          <p:nvPr userDrawn="1"/>
        </p:nvGrpSpPr>
        <p:grpSpPr>
          <a:xfrm>
            <a:off x="12302028" y="0"/>
            <a:ext cx="155539" cy="1509130"/>
            <a:chOff x="12302028" y="154594"/>
            <a:chExt cx="155539" cy="1509130"/>
          </a:xfrm>
        </p:grpSpPr>
        <p:sp>
          <p:nvSpPr>
            <p:cNvPr id="41" name="Rectangle 188">
              <a:extLst>
                <a:ext uri="{FF2B5EF4-FFF2-40B4-BE49-F238E27FC236}">
                  <a16:creationId xmlns:a16="http://schemas.microsoft.com/office/drawing/2014/main" id="{C1DEB8D0-96A8-4205-92A4-31D0C5F2268A}"/>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2" name="Rectangle 189">
              <a:extLst>
                <a:ext uri="{FF2B5EF4-FFF2-40B4-BE49-F238E27FC236}">
                  <a16:creationId xmlns:a16="http://schemas.microsoft.com/office/drawing/2014/main" id="{4692EC3B-1E77-4307-A00C-B645448131CF}"/>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3" name="Rectangle 190">
              <a:extLst>
                <a:ext uri="{FF2B5EF4-FFF2-40B4-BE49-F238E27FC236}">
                  <a16:creationId xmlns:a16="http://schemas.microsoft.com/office/drawing/2014/main" id="{45F4E8F8-D3AA-42A6-ADA6-BAAEE219F4B0}"/>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4" name="Rectangle 191">
              <a:extLst>
                <a:ext uri="{FF2B5EF4-FFF2-40B4-BE49-F238E27FC236}">
                  <a16:creationId xmlns:a16="http://schemas.microsoft.com/office/drawing/2014/main" id="{7FAB58C1-40F9-4054-96B5-6B7C39C88515}"/>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5" name="Rectangle 192">
              <a:extLst>
                <a:ext uri="{FF2B5EF4-FFF2-40B4-BE49-F238E27FC236}">
                  <a16:creationId xmlns:a16="http://schemas.microsoft.com/office/drawing/2014/main" id="{8BD4D132-4A56-4F1D-8E8A-F8A71AE7886D}"/>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6" name="Rectangle 31">
              <a:extLst>
                <a:ext uri="{FF2B5EF4-FFF2-40B4-BE49-F238E27FC236}">
                  <a16:creationId xmlns:a16="http://schemas.microsoft.com/office/drawing/2014/main" id="{3F22A6BA-40AD-404D-A6EC-AC4778996C1A}"/>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7" name="Rectangle 33">
              <a:extLst>
                <a:ext uri="{FF2B5EF4-FFF2-40B4-BE49-F238E27FC236}">
                  <a16:creationId xmlns:a16="http://schemas.microsoft.com/office/drawing/2014/main" id="{59492E51-BE3E-4EC1-BACC-BCD60D4D418B}"/>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8" name="Rectangle 192">
              <a:extLst>
                <a:ext uri="{FF2B5EF4-FFF2-40B4-BE49-F238E27FC236}">
                  <a16:creationId xmlns:a16="http://schemas.microsoft.com/office/drawing/2014/main" id="{D9A037EC-0D46-4123-8D9D-852BCE3F6515}"/>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49" name="Group 48">
            <a:extLst>
              <a:ext uri="{FF2B5EF4-FFF2-40B4-BE49-F238E27FC236}">
                <a16:creationId xmlns:a16="http://schemas.microsoft.com/office/drawing/2014/main" id="{2B49321C-094B-4A57-8BCE-4DC8E7E9134C}"/>
              </a:ext>
            </a:extLst>
          </p:cNvPr>
          <p:cNvGrpSpPr/>
          <p:nvPr userDrawn="1"/>
        </p:nvGrpSpPr>
        <p:grpSpPr>
          <a:xfrm>
            <a:off x="12302028" y="3366188"/>
            <a:ext cx="155539" cy="3491812"/>
            <a:chOff x="12302028" y="3266863"/>
            <a:chExt cx="155539" cy="3491812"/>
          </a:xfrm>
        </p:grpSpPr>
        <p:sp>
          <p:nvSpPr>
            <p:cNvPr id="50" name="Rectangle 174">
              <a:extLst>
                <a:ext uri="{FF2B5EF4-FFF2-40B4-BE49-F238E27FC236}">
                  <a16:creationId xmlns:a16="http://schemas.microsoft.com/office/drawing/2014/main" id="{C48F8B1C-FCF2-4562-8F1B-C4754FC0A23D}"/>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1" name="Rectangle 175">
              <a:extLst>
                <a:ext uri="{FF2B5EF4-FFF2-40B4-BE49-F238E27FC236}">
                  <a16:creationId xmlns:a16="http://schemas.microsoft.com/office/drawing/2014/main" id="{F721F277-9796-4915-B8B9-560D36C2E961}"/>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2" name="Rectangle 176">
              <a:extLst>
                <a:ext uri="{FF2B5EF4-FFF2-40B4-BE49-F238E27FC236}">
                  <a16:creationId xmlns:a16="http://schemas.microsoft.com/office/drawing/2014/main" id="{FAC2CB57-CED1-4AEB-B34F-78A8C03A9C37}"/>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3" name="Rectangle 189">
              <a:extLst>
                <a:ext uri="{FF2B5EF4-FFF2-40B4-BE49-F238E27FC236}">
                  <a16:creationId xmlns:a16="http://schemas.microsoft.com/office/drawing/2014/main" id="{4041210E-EB57-4EAF-B7C8-7E5A2974C19D}"/>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4" name="Rectangle 190">
              <a:extLst>
                <a:ext uri="{FF2B5EF4-FFF2-40B4-BE49-F238E27FC236}">
                  <a16:creationId xmlns:a16="http://schemas.microsoft.com/office/drawing/2014/main" id="{1DDAD817-2119-4950-9300-2C9B6DB953E8}"/>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5" name="Rectangle 191">
              <a:extLst>
                <a:ext uri="{FF2B5EF4-FFF2-40B4-BE49-F238E27FC236}">
                  <a16:creationId xmlns:a16="http://schemas.microsoft.com/office/drawing/2014/main" id="{2043191A-9851-44E1-94EF-CBD66BB6CD41}"/>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6" name="Rectangle 183">
              <a:extLst>
                <a:ext uri="{FF2B5EF4-FFF2-40B4-BE49-F238E27FC236}">
                  <a16:creationId xmlns:a16="http://schemas.microsoft.com/office/drawing/2014/main" id="{908469B3-42FB-4EF1-B628-8B51DEBB0F66}"/>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7" name="Rectangle 173">
              <a:extLst>
                <a:ext uri="{FF2B5EF4-FFF2-40B4-BE49-F238E27FC236}">
                  <a16:creationId xmlns:a16="http://schemas.microsoft.com/office/drawing/2014/main" id="{41C9D044-8771-445B-9EFC-2EA535AA5020}"/>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8" name="Rectangle 156">
              <a:extLst>
                <a:ext uri="{FF2B5EF4-FFF2-40B4-BE49-F238E27FC236}">
                  <a16:creationId xmlns:a16="http://schemas.microsoft.com/office/drawing/2014/main" id="{836CD73A-D24E-44C9-AA5A-29FD3CC4449E}"/>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9" name="Rectangle 157">
              <a:extLst>
                <a:ext uri="{FF2B5EF4-FFF2-40B4-BE49-F238E27FC236}">
                  <a16:creationId xmlns:a16="http://schemas.microsoft.com/office/drawing/2014/main" id="{210C06CF-9DE8-424C-9017-BC7FCF9ECEED}"/>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0" name="Rectangle 158">
              <a:extLst>
                <a:ext uri="{FF2B5EF4-FFF2-40B4-BE49-F238E27FC236}">
                  <a16:creationId xmlns:a16="http://schemas.microsoft.com/office/drawing/2014/main" id="{FBD00502-2ED4-40FB-B9CB-08057FC5A04F}"/>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6">
              <a:extLst>
                <a:ext uri="{FF2B5EF4-FFF2-40B4-BE49-F238E27FC236}">
                  <a16:creationId xmlns:a16="http://schemas.microsoft.com/office/drawing/2014/main" id="{0A1A135A-7294-4E0C-A352-B7181E586DD2}"/>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7">
              <a:extLst>
                <a:ext uri="{FF2B5EF4-FFF2-40B4-BE49-F238E27FC236}">
                  <a16:creationId xmlns:a16="http://schemas.microsoft.com/office/drawing/2014/main" id="{0DF74FF7-9791-436C-9A04-590194164552}"/>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8">
              <a:extLst>
                <a:ext uri="{FF2B5EF4-FFF2-40B4-BE49-F238E27FC236}">
                  <a16:creationId xmlns:a16="http://schemas.microsoft.com/office/drawing/2014/main" id="{536920D6-69F7-4B09-9161-56F8F765DE78}"/>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74">
              <a:extLst>
                <a:ext uri="{FF2B5EF4-FFF2-40B4-BE49-F238E27FC236}">
                  <a16:creationId xmlns:a16="http://schemas.microsoft.com/office/drawing/2014/main" id="{77126193-AAB0-4978-9760-095AD39E06FF}"/>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5">
              <a:extLst>
                <a:ext uri="{FF2B5EF4-FFF2-40B4-BE49-F238E27FC236}">
                  <a16:creationId xmlns:a16="http://schemas.microsoft.com/office/drawing/2014/main" id="{AF889E97-28D2-4EB4-BA1F-607DA14AD298}"/>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6">
              <a:extLst>
                <a:ext uri="{FF2B5EF4-FFF2-40B4-BE49-F238E27FC236}">
                  <a16:creationId xmlns:a16="http://schemas.microsoft.com/office/drawing/2014/main" id="{B6019C27-0ACC-42C9-9863-35C20BDD283D}"/>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3">
              <a:extLst>
                <a:ext uri="{FF2B5EF4-FFF2-40B4-BE49-F238E27FC236}">
                  <a16:creationId xmlns:a16="http://schemas.microsoft.com/office/drawing/2014/main" id="{BBF0568E-89F9-494E-B66D-569D4DD16644}"/>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5" name="TextBox 94">
            <a:extLst>
              <a:ext uri="{FF2B5EF4-FFF2-40B4-BE49-F238E27FC236}">
                <a16:creationId xmlns:a16="http://schemas.microsoft.com/office/drawing/2014/main" id="{1A74C212-58D7-4106-82C5-240574C8E740}"/>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6" name="TextBox 95">
            <a:extLst>
              <a:ext uri="{FF2B5EF4-FFF2-40B4-BE49-F238E27FC236}">
                <a16:creationId xmlns:a16="http://schemas.microsoft.com/office/drawing/2014/main" id="{4EA3C7B8-65A4-4868-8C99-EBF56CAC4389}"/>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7" name="TextBox 96">
            <a:extLst>
              <a:ext uri="{FF2B5EF4-FFF2-40B4-BE49-F238E27FC236}">
                <a16:creationId xmlns:a16="http://schemas.microsoft.com/office/drawing/2014/main" id="{947978BB-9918-4538-A54F-2845312B88FD}"/>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63" name="Graphic 62">
            <a:extLst>
              <a:ext uri="{FF2B5EF4-FFF2-40B4-BE49-F238E27FC236}">
                <a16:creationId xmlns:a16="http://schemas.microsoft.com/office/drawing/2014/main" id="{ED8EA7F7-CE42-4F58-86E0-FBC701DFD25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10047625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 Rose">
    <p:bg>
      <p:bgPr>
        <a:solidFill>
          <a:srgbClr val="FFDFE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600450"/>
          </a:xfrm>
          <a:noFill/>
        </p:spPr>
        <p:txBody>
          <a:bodyPr tIns="0" bIns="0" anchor="b"/>
          <a:lstStyle>
            <a:lvl1pPr algn="l">
              <a:lnSpc>
                <a:spcPct val="100000"/>
              </a:lnSpc>
              <a:defRPr sz="3200">
                <a:solidFill>
                  <a:schemeClr val="accent6"/>
                </a:solidFill>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26E6A6CC-87BC-48B0-B3D2-57BB7E19986B}"/>
              </a:ext>
            </a:extLst>
          </p:cNvPr>
          <p:cNvSpPr>
            <a:spLocks noGrp="1"/>
          </p:cNvSpPr>
          <p:nvPr>
            <p:ph type="subTitle" idx="1"/>
          </p:nvPr>
        </p:nvSpPr>
        <p:spPr>
          <a:xfrm>
            <a:off x="694800" y="4473574"/>
            <a:ext cx="5335200" cy="1221625"/>
          </a:xfrm>
        </p:spPr>
        <p:txBody>
          <a:bodyPr/>
          <a:lstStyle>
            <a:lvl1pPr marL="0" indent="0" algn="l">
              <a:spcBef>
                <a:spcPts val="0"/>
              </a:spcBef>
              <a:spcAft>
                <a:spcPts val="0"/>
              </a:spcAft>
              <a:buNone/>
              <a:defRPr sz="1800" spc="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pSp>
        <p:nvGrpSpPr>
          <p:cNvPr id="32" name="Group 31">
            <a:extLst>
              <a:ext uri="{FF2B5EF4-FFF2-40B4-BE49-F238E27FC236}">
                <a16:creationId xmlns:a16="http://schemas.microsoft.com/office/drawing/2014/main" id="{6BFC6E64-38F1-4044-BD91-AA56AA03B277}"/>
              </a:ext>
            </a:extLst>
          </p:cNvPr>
          <p:cNvGrpSpPr/>
          <p:nvPr userDrawn="1"/>
        </p:nvGrpSpPr>
        <p:grpSpPr>
          <a:xfrm>
            <a:off x="12302028" y="1854300"/>
            <a:ext cx="155539" cy="1166719"/>
            <a:chOff x="12302028" y="1799637"/>
            <a:chExt cx="155539" cy="1166719"/>
          </a:xfrm>
        </p:grpSpPr>
        <p:sp>
          <p:nvSpPr>
            <p:cNvPr id="61" name="Rectangle 156">
              <a:extLst>
                <a:ext uri="{FF2B5EF4-FFF2-40B4-BE49-F238E27FC236}">
                  <a16:creationId xmlns:a16="http://schemas.microsoft.com/office/drawing/2014/main" id="{ABAA33E4-E56C-42A7-9E1C-E6F11F1ADA92}"/>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2" name="Rectangle 157">
              <a:extLst>
                <a:ext uri="{FF2B5EF4-FFF2-40B4-BE49-F238E27FC236}">
                  <a16:creationId xmlns:a16="http://schemas.microsoft.com/office/drawing/2014/main" id="{9EEA9963-258F-40C6-B86F-5F48883968DF}"/>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8">
              <a:extLst>
                <a:ext uri="{FF2B5EF4-FFF2-40B4-BE49-F238E27FC236}">
                  <a16:creationId xmlns:a16="http://schemas.microsoft.com/office/drawing/2014/main" id="{0C4AD951-9BDB-447B-81ED-197771611702}"/>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73">
              <a:extLst>
                <a:ext uri="{FF2B5EF4-FFF2-40B4-BE49-F238E27FC236}">
                  <a16:creationId xmlns:a16="http://schemas.microsoft.com/office/drawing/2014/main" id="{514084A9-A079-4C9C-8AC1-8826D45EFBB1}"/>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83">
              <a:extLst>
                <a:ext uri="{FF2B5EF4-FFF2-40B4-BE49-F238E27FC236}">
                  <a16:creationId xmlns:a16="http://schemas.microsoft.com/office/drawing/2014/main" id="{78CE77FA-9470-4F14-AA66-AACE5ADF8418}"/>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200">
              <a:extLst>
                <a:ext uri="{FF2B5EF4-FFF2-40B4-BE49-F238E27FC236}">
                  <a16:creationId xmlns:a16="http://schemas.microsoft.com/office/drawing/2014/main" id="{181B3A98-3B79-46A9-8E4F-77A0EBEFC94C}"/>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7" name="Group 66">
            <a:extLst>
              <a:ext uri="{FF2B5EF4-FFF2-40B4-BE49-F238E27FC236}">
                <a16:creationId xmlns:a16="http://schemas.microsoft.com/office/drawing/2014/main" id="{D5EAFF19-0395-48D2-8028-AFE2E56713DF}"/>
              </a:ext>
            </a:extLst>
          </p:cNvPr>
          <p:cNvGrpSpPr/>
          <p:nvPr userDrawn="1"/>
        </p:nvGrpSpPr>
        <p:grpSpPr>
          <a:xfrm>
            <a:off x="12302028" y="0"/>
            <a:ext cx="155539" cy="1509130"/>
            <a:chOff x="12302028" y="154594"/>
            <a:chExt cx="155539" cy="1509130"/>
          </a:xfrm>
        </p:grpSpPr>
        <p:sp>
          <p:nvSpPr>
            <p:cNvPr id="68" name="Rectangle 188">
              <a:extLst>
                <a:ext uri="{FF2B5EF4-FFF2-40B4-BE49-F238E27FC236}">
                  <a16:creationId xmlns:a16="http://schemas.microsoft.com/office/drawing/2014/main" id="{178DE8F4-6B6F-46A5-B5C5-B3BB82E07B61}"/>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9" name="Rectangle 189">
              <a:extLst>
                <a:ext uri="{FF2B5EF4-FFF2-40B4-BE49-F238E27FC236}">
                  <a16:creationId xmlns:a16="http://schemas.microsoft.com/office/drawing/2014/main" id="{4D5FF7DB-25BF-49BF-9E65-A8813D573CC5}"/>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90">
              <a:extLst>
                <a:ext uri="{FF2B5EF4-FFF2-40B4-BE49-F238E27FC236}">
                  <a16:creationId xmlns:a16="http://schemas.microsoft.com/office/drawing/2014/main" id="{B4089DF2-10C7-4CA0-85A5-F70946E535CF}"/>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1">
              <a:extLst>
                <a:ext uri="{FF2B5EF4-FFF2-40B4-BE49-F238E27FC236}">
                  <a16:creationId xmlns:a16="http://schemas.microsoft.com/office/drawing/2014/main" id="{1F333FB1-889F-4826-88FA-9E17AC7F363E}"/>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2">
              <a:extLst>
                <a:ext uri="{FF2B5EF4-FFF2-40B4-BE49-F238E27FC236}">
                  <a16:creationId xmlns:a16="http://schemas.microsoft.com/office/drawing/2014/main" id="{CF6721E9-7E32-4E35-AE97-B7DCE7A1AAD9}"/>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31">
              <a:extLst>
                <a:ext uri="{FF2B5EF4-FFF2-40B4-BE49-F238E27FC236}">
                  <a16:creationId xmlns:a16="http://schemas.microsoft.com/office/drawing/2014/main" id="{4370C8E6-A2FE-4828-A4C1-DE16E6C807C7}"/>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3">
              <a:extLst>
                <a:ext uri="{FF2B5EF4-FFF2-40B4-BE49-F238E27FC236}">
                  <a16:creationId xmlns:a16="http://schemas.microsoft.com/office/drawing/2014/main" id="{FAF8F104-4817-4DFD-B716-2459FD378043}"/>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192">
              <a:extLst>
                <a:ext uri="{FF2B5EF4-FFF2-40B4-BE49-F238E27FC236}">
                  <a16:creationId xmlns:a16="http://schemas.microsoft.com/office/drawing/2014/main" id="{8BBFEEF5-8026-4CB1-A3D9-E0B3B266CDD8}"/>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6" name="Group 75">
            <a:extLst>
              <a:ext uri="{FF2B5EF4-FFF2-40B4-BE49-F238E27FC236}">
                <a16:creationId xmlns:a16="http://schemas.microsoft.com/office/drawing/2014/main" id="{424E0511-E115-4B2C-8720-186AF7EF35A2}"/>
              </a:ext>
            </a:extLst>
          </p:cNvPr>
          <p:cNvGrpSpPr/>
          <p:nvPr userDrawn="1"/>
        </p:nvGrpSpPr>
        <p:grpSpPr>
          <a:xfrm>
            <a:off x="12302028" y="3366188"/>
            <a:ext cx="155539" cy="3491812"/>
            <a:chOff x="12302028" y="3266863"/>
            <a:chExt cx="155539" cy="3491812"/>
          </a:xfrm>
        </p:grpSpPr>
        <p:sp>
          <p:nvSpPr>
            <p:cNvPr id="77" name="Rectangle 174">
              <a:extLst>
                <a:ext uri="{FF2B5EF4-FFF2-40B4-BE49-F238E27FC236}">
                  <a16:creationId xmlns:a16="http://schemas.microsoft.com/office/drawing/2014/main" id="{6043C622-94E2-42DB-81D2-B06D2FA69CE1}"/>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8" name="Rectangle 175">
              <a:extLst>
                <a:ext uri="{FF2B5EF4-FFF2-40B4-BE49-F238E27FC236}">
                  <a16:creationId xmlns:a16="http://schemas.microsoft.com/office/drawing/2014/main" id="{A6C0E9BE-5C3E-485B-991A-2056358C9B5B}"/>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6">
              <a:extLst>
                <a:ext uri="{FF2B5EF4-FFF2-40B4-BE49-F238E27FC236}">
                  <a16:creationId xmlns:a16="http://schemas.microsoft.com/office/drawing/2014/main" id="{EBCA76D6-BF3B-4E01-A418-55B26E93118E}"/>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89">
              <a:extLst>
                <a:ext uri="{FF2B5EF4-FFF2-40B4-BE49-F238E27FC236}">
                  <a16:creationId xmlns:a16="http://schemas.microsoft.com/office/drawing/2014/main" id="{8D2B3D80-36B0-479E-B9F1-07F82699CDAA}"/>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90">
              <a:extLst>
                <a:ext uri="{FF2B5EF4-FFF2-40B4-BE49-F238E27FC236}">
                  <a16:creationId xmlns:a16="http://schemas.microsoft.com/office/drawing/2014/main" id="{E119B345-D73D-4F19-B111-FF25324436DD}"/>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1">
              <a:extLst>
                <a:ext uri="{FF2B5EF4-FFF2-40B4-BE49-F238E27FC236}">
                  <a16:creationId xmlns:a16="http://schemas.microsoft.com/office/drawing/2014/main" id="{EE36DDF6-625E-48BB-AE41-0FAB7CBF5BE4}"/>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83">
              <a:extLst>
                <a:ext uri="{FF2B5EF4-FFF2-40B4-BE49-F238E27FC236}">
                  <a16:creationId xmlns:a16="http://schemas.microsoft.com/office/drawing/2014/main" id="{D1A6ECC1-E7D4-429D-8DB2-12A565DAB02B}"/>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73">
              <a:extLst>
                <a:ext uri="{FF2B5EF4-FFF2-40B4-BE49-F238E27FC236}">
                  <a16:creationId xmlns:a16="http://schemas.microsoft.com/office/drawing/2014/main" id="{0F86B758-742E-4A49-974D-21446237C28B}"/>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56">
              <a:extLst>
                <a:ext uri="{FF2B5EF4-FFF2-40B4-BE49-F238E27FC236}">
                  <a16:creationId xmlns:a16="http://schemas.microsoft.com/office/drawing/2014/main" id="{A96D313C-081A-4B30-9718-FB4E6A5E9AED}"/>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7">
              <a:extLst>
                <a:ext uri="{FF2B5EF4-FFF2-40B4-BE49-F238E27FC236}">
                  <a16:creationId xmlns:a16="http://schemas.microsoft.com/office/drawing/2014/main" id="{86E716ED-1862-4B87-9490-359EFB6E29AF}"/>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8">
              <a:extLst>
                <a:ext uri="{FF2B5EF4-FFF2-40B4-BE49-F238E27FC236}">
                  <a16:creationId xmlns:a16="http://schemas.microsoft.com/office/drawing/2014/main" id="{527E0864-48DF-4F9D-8FE4-25EBB3E01576}"/>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6">
              <a:extLst>
                <a:ext uri="{FF2B5EF4-FFF2-40B4-BE49-F238E27FC236}">
                  <a16:creationId xmlns:a16="http://schemas.microsoft.com/office/drawing/2014/main" id="{88EB492F-623B-47D9-A286-E2C219E10151}"/>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7">
              <a:extLst>
                <a:ext uri="{FF2B5EF4-FFF2-40B4-BE49-F238E27FC236}">
                  <a16:creationId xmlns:a16="http://schemas.microsoft.com/office/drawing/2014/main" id="{83669ED9-A50F-4F0E-9C89-4B10634DEAB3}"/>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8">
              <a:extLst>
                <a:ext uri="{FF2B5EF4-FFF2-40B4-BE49-F238E27FC236}">
                  <a16:creationId xmlns:a16="http://schemas.microsoft.com/office/drawing/2014/main" id="{D399BB16-3B8F-4F3F-8FD8-A679774B2054}"/>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74">
              <a:extLst>
                <a:ext uri="{FF2B5EF4-FFF2-40B4-BE49-F238E27FC236}">
                  <a16:creationId xmlns:a16="http://schemas.microsoft.com/office/drawing/2014/main" id="{E8171BB5-49B2-4BB6-8EB5-D761397F86AB}"/>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5">
              <a:extLst>
                <a:ext uri="{FF2B5EF4-FFF2-40B4-BE49-F238E27FC236}">
                  <a16:creationId xmlns:a16="http://schemas.microsoft.com/office/drawing/2014/main" id="{69E12258-0A97-459F-9775-4BFF9B43356B}"/>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6">
              <a:extLst>
                <a:ext uri="{FF2B5EF4-FFF2-40B4-BE49-F238E27FC236}">
                  <a16:creationId xmlns:a16="http://schemas.microsoft.com/office/drawing/2014/main" id="{E822BA7A-0991-4740-A4EE-8097BB879344}"/>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3">
              <a:extLst>
                <a:ext uri="{FF2B5EF4-FFF2-40B4-BE49-F238E27FC236}">
                  <a16:creationId xmlns:a16="http://schemas.microsoft.com/office/drawing/2014/main" id="{36003243-28C6-4EAB-B3BC-E9EB00C06942}"/>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5" name="TextBox 94">
            <a:extLst>
              <a:ext uri="{FF2B5EF4-FFF2-40B4-BE49-F238E27FC236}">
                <a16:creationId xmlns:a16="http://schemas.microsoft.com/office/drawing/2014/main" id="{49CFBCCF-6A75-4EB1-A90F-5C9AAC132B3D}"/>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6" name="TextBox 95">
            <a:extLst>
              <a:ext uri="{FF2B5EF4-FFF2-40B4-BE49-F238E27FC236}">
                <a16:creationId xmlns:a16="http://schemas.microsoft.com/office/drawing/2014/main" id="{9080F8BD-613B-40D6-8918-373050E8AD0E}"/>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7" name="TextBox 96">
            <a:extLst>
              <a:ext uri="{FF2B5EF4-FFF2-40B4-BE49-F238E27FC236}">
                <a16:creationId xmlns:a16="http://schemas.microsoft.com/office/drawing/2014/main" id="{C437D8DF-F630-4EAA-B5D3-8DCACE0213C6}"/>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45" name="Graphic 44">
            <a:extLst>
              <a:ext uri="{FF2B5EF4-FFF2-40B4-BE49-F238E27FC236}">
                <a16:creationId xmlns:a16="http://schemas.microsoft.com/office/drawing/2014/main" id="{9DDB087A-A02D-4D04-A4A9-3B9934DA8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39416597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 Mint">
    <p:bg>
      <p:bgPr>
        <a:solidFill>
          <a:srgbClr val="DEFAE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600450"/>
          </a:xfrm>
          <a:noFill/>
        </p:spPr>
        <p:txBody>
          <a:bodyPr tIns="0" bIns="0" anchor="b"/>
          <a:lstStyle>
            <a:lvl1pPr algn="l">
              <a:lnSpc>
                <a:spcPct val="100000"/>
              </a:lnSpc>
              <a:defRPr sz="3200">
                <a:solidFill>
                  <a:srgbClr val="00707A"/>
                </a:solidFill>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CA2289D4-5003-4DB9-BA05-97706D7704EC}"/>
              </a:ext>
            </a:extLst>
          </p:cNvPr>
          <p:cNvSpPr>
            <a:spLocks noGrp="1"/>
          </p:cNvSpPr>
          <p:nvPr>
            <p:ph type="subTitle" idx="1"/>
          </p:nvPr>
        </p:nvSpPr>
        <p:spPr>
          <a:xfrm>
            <a:off x="694800" y="4473574"/>
            <a:ext cx="5335200" cy="1221625"/>
          </a:xfrm>
        </p:spPr>
        <p:txBody>
          <a:bodyPr/>
          <a:lstStyle>
            <a:lvl1pPr marL="0" indent="0" algn="l">
              <a:spcBef>
                <a:spcPts val="0"/>
              </a:spcBef>
              <a:spcAft>
                <a:spcPts val="0"/>
              </a:spcAft>
              <a:buNone/>
              <a:defRPr sz="1800" spc="0" baseline="0">
                <a:solidFill>
                  <a:srgbClr val="10344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pSp>
        <p:nvGrpSpPr>
          <p:cNvPr id="32" name="Group 31">
            <a:extLst>
              <a:ext uri="{FF2B5EF4-FFF2-40B4-BE49-F238E27FC236}">
                <a16:creationId xmlns:a16="http://schemas.microsoft.com/office/drawing/2014/main" id="{2C138042-CD03-45C0-BB87-1CEA8679D810}"/>
              </a:ext>
            </a:extLst>
          </p:cNvPr>
          <p:cNvGrpSpPr/>
          <p:nvPr userDrawn="1"/>
        </p:nvGrpSpPr>
        <p:grpSpPr>
          <a:xfrm>
            <a:off x="12302028" y="1854300"/>
            <a:ext cx="155539" cy="1166719"/>
            <a:chOff x="12302028" y="1799637"/>
            <a:chExt cx="155539" cy="1166719"/>
          </a:xfrm>
        </p:grpSpPr>
        <p:sp>
          <p:nvSpPr>
            <p:cNvPr id="61" name="Rectangle 156">
              <a:extLst>
                <a:ext uri="{FF2B5EF4-FFF2-40B4-BE49-F238E27FC236}">
                  <a16:creationId xmlns:a16="http://schemas.microsoft.com/office/drawing/2014/main" id="{20DF9A50-A9F9-4BB4-B4FA-07E063DC874F}"/>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2" name="Rectangle 157">
              <a:extLst>
                <a:ext uri="{FF2B5EF4-FFF2-40B4-BE49-F238E27FC236}">
                  <a16:creationId xmlns:a16="http://schemas.microsoft.com/office/drawing/2014/main" id="{6EC1405B-FD31-499A-977A-6264ADAD1DCA}"/>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8">
              <a:extLst>
                <a:ext uri="{FF2B5EF4-FFF2-40B4-BE49-F238E27FC236}">
                  <a16:creationId xmlns:a16="http://schemas.microsoft.com/office/drawing/2014/main" id="{838F3297-874C-419E-BD56-3E5A7C169263}"/>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73">
              <a:extLst>
                <a:ext uri="{FF2B5EF4-FFF2-40B4-BE49-F238E27FC236}">
                  <a16:creationId xmlns:a16="http://schemas.microsoft.com/office/drawing/2014/main" id="{E94AD6F3-F8AB-4C51-967F-FF62D8F311C1}"/>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83">
              <a:extLst>
                <a:ext uri="{FF2B5EF4-FFF2-40B4-BE49-F238E27FC236}">
                  <a16:creationId xmlns:a16="http://schemas.microsoft.com/office/drawing/2014/main" id="{70CFE29C-F7AA-445F-84D0-40C8C26B8959}"/>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200">
              <a:extLst>
                <a:ext uri="{FF2B5EF4-FFF2-40B4-BE49-F238E27FC236}">
                  <a16:creationId xmlns:a16="http://schemas.microsoft.com/office/drawing/2014/main" id="{5E3BBA61-9B79-4635-A392-1758F80F75F3}"/>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7" name="Group 66">
            <a:extLst>
              <a:ext uri="{FF2B5EF4-FFF2-40B4-BE49-F238E27FC236}">
                <a16:creationId xmlns:a16="http://schemas.microsoft.com/office/drawing/2014/main" id="{DA179FA6-2334-4B63-A7ED-5923ABA05219}"/>
              </a:ext>
            </a:extLst>
          </p:cNvPr>
          <p:cNvGrpSpPr/>
          <p:nvPr userDrawn="1"/>
        </p:nvGrpSpPr>
        <p:grpSpPr>
          <a:xfrm>
            <a:off x="12302028" y="0"/>
            <a:ext cx="155539" cy="1509130"/>
            <a:chOff x="12302028" y="154594"/>
            <a:chExt cx="155539" cy="1509130"/>
          </a:xfrm>
        </p:grpSpPr>
        <p:sp>
          <p:nvSpPr>
            <p:cNvPr id="68" name="Rectangle 188">
              <a:extLst>
                <a:ext uri="{FF2B5EF4-FFF2-40B4-BE49-F238E27FC236}">
                  <a16:creationId xmlns:a16="http://schemas.microsoft.com/office/drawing/2014/main" id="{D214693A-DCAB-406E-88DF-959D9F41C193}"/>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9" name="Rectangle 189">
              <a:extLst>
                <a:ext uri="{FF2B5EF4-FFF2-40B4-BE49-F238E27FC236}">
                  <a16:creationId xmlns:a16="http://schemas.microsoft.com/office/drawing/2014/main" id="{9B6EBCD7-AAE3-4F75-A1E4-28390FABC7B8}"/>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90">
              <a:extLst>
                <a:ext uri="{FF2B5EF4-FFF2-40B4-BE49-F238E27FC236}">
                  <a16:creationId xmlns:a16="http://schemas.microsoft.com/office/drawing/2014/main" id="{58301EDC-4693-45FA-9F90-8A615EE6B081}"/>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1">
              <a:extLst>
                <a:ext uri="{FF2B5EF4-FFF2-40B4-BE49-F238E27FC236}">
                  <a16:creationId xmlns:a16="http://schemas.microsoft.com/office/drawing/2014/main" id="{DE6637C5-0558-4FEA-A214-D8148377C298}"/>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2">
              <a:extLst>
                <a:ext uri="{FF2B5EF4-FFF2-40B4-BE49-F238E27FC236}">
                  <a16:creationId xmlns:a16="http://schemas.microsoft.com/office/drawing/2014/main" id="{E4477010-F56A-4FC0-8278-AE22C81F5F87}"/>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31">
              <a:extLst>
                <a:ext uri="{FF2B5EF4-FFF2-40B4-BE49-F238E27FC236}">
                  <a16:creationId xmlns:a16="http://schemas.microsoft.com/office/drawing/2014/main" id="{9B99529E-F332-40AD-8ECD-367D3659DB0F}"/>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3">
              <a:extLst>
                <a:ext uri="{FF2B5EF4-FFF2-40B4-BE49-F238E27FC236}">
                  <a16:creationId xmlns:a16="http://schemas.microsoft.com/office/drawing/2014/main" id="{FD4AD8FA-144F-4994-9BCD-9DBE5852C121}"/>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192">
              <a:extLst>
                <a:ext uri="{FF2B5EF4-FFF2-40B4-BE49-F238E27FC236}">
                  <a16:creationId xmlns:a16="http://schemas.microsoft.com/office/drawing/2014/main" id="{EDFD1EC5-3052-4DF1-941F-C1F067DEE370}"/>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6" name="Group 75">
            <a:extLst>
              <a:ext uri="{FF2B5EF4-FFF2-40B4-BE49-F238E27FC236}">
                <a16:creationId xmlns:a16="http://schemas.microsoft.com/office/drawing/2014/main" id="{3F0B7E68-6574-4DA3-B398-5DDC53E1BC8A}"/>
              </a:ext>
            </a:extLst>
          </p:cNvPr>
          <p:cNvGrpSpPr/>
          <p:nvPr userDrawn="1"/>
        </p:nvGrpSpPr>
        <p:grpSpPr>
          <a:xfrm>
            <a:off x="12302028" y="3366188"/>
            <a:ext cx="155539" cy="3491812"/>
            <a:chOff x="12302028" y="3266863"/>
            <a:chExt cx="155539" cy="3491812"/>
          </a:xfrm>
        </p:grpSpPr>
        <p:sp>
          <p:nvSpPr>
            <p:cNvPr id="77" name="Rectangle 174">
              <a:extLst>
                <a:ext uri="{FF2B5EF4-FFF2-40B4-BE49-F238E27FC236}">
                  <a16:creationId xmlns:a16="http://schemas.microsoft.com/office/drawing/2014/main" id="{0915F4FC-7961-49D3-A215-A8C1D6DAC57C}"/>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8" name="Rectangle 175">
              <a:extLst>
                <a:ext uri="{FF2B5EF4-FFF2-40B4-BE49-F238E27FC236}">
                  <a16:creationId xmlns:a16="http://schemas.microsoft.com/office/drawing/2014/main" id="{E4C15C56-3ED2-4133-B23D-B0B7C4D11CE3}"/>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6">
              <a:extLst>
                <a:ext uri="{FF2B5EF4-FFF2-40B4-BE49-F238E27FC236}">
                  <a16:creationId xmlns:a16="http://schemas.microsoft.com/office/drawing/2014/main" id="{E6920B01-EFBA-4010-853C-99BCA6DBB8A6}"/>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89">
              <a:extLst>
                <a:ext uri="{FF2B5EF4-FFF2-40B4-BE49-F238E27FC236}">
                  <a16:creationId xmlns:a16="http://schemas.microsoft.com/office/drawing/2014/main" id="{7FCB9E9D-5402-4790-9F19-53953E2853E0}"/>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90">
              <a:extLst>
                <a:ext uri="{FF2B5EF4-FFF2-40B4-BE49-F238E27FC236}">
                  <a16:creationId xmlns:a16="http://schemas.microsoft.com/office/drawing/2014/main" id="{2B14C049-B1BD-4035-9656-36F7C93B67F1}"/>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1">
              <a:extLst>
                <a:ext uri="{FF2B5EF4-FFF2-40B4-BE49-F238E27FC236}">
                  <a16:creationId xmlns:a16="http://schemas.microsoft.com/office/drawing/2014/main" id="{EC8ED0DD-F37F-42E6-9395-58F31E6BFE67}"/>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83">
              <a:extLst>
                <a:ext uri="{FF2B5EF4-FFF2-40B4-BE49-F238E27FC236}">
                  <a16:creationId xmlns:a16="http://schemas.microsoft.com/office/drawing/2014/main" id="{07BE7E41-A990-4BF5-A87D-C17E3D0DEE8B}"/>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73">
              <a:extLst>
                <a:ext uri="{FF2B5EF4-FFF2-40B4-BE49-F238E27FC236}">
                  <a16:creationId xmlns:a16="http://schemas.microsoft.com/office/drawing/2014/main" id="{95BE193F-8266-4D53-A603-35E95E229CE7}"/>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56">
              <a:extLst>
                <a:ext uri="{FF2B5EF4-FFF2-40B4-BE49-F238E27FC236}">
                  <a16:creationId xmlns:a16="http://schemas.microsoft.com/office/drawing/2014/main" id="{D9D4D6BE-4632-4E65-9143-D2FA03BBFFCC}"/>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7">
              <a:extLst>
                <a:ext uri="{FF2B5EF4-FFF2-40B4-BE49-F238E27FC236}">
                  <a16:creationId xmlns:a16="http://schemas.microsoft.com/office/drawing/2014/main" id="{EAC74DE7-04EA-482F-BA06-FF510B640750}"/>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8">
              <a:extLst>
                <a:ext uri="{FF2B5EF4-FFF2-40B4-BE49-F238E27FC236}">
                  <a16:creationId xmlns:a16="http://schemas.microsoft.com/office/drawing/2014/main" id="{7BAA7BD0-7583-4BB9-9365-F0645E5C27D1}"/>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6">
              <a:extLst>
                <a:ext uri="{FF2B5EF4-FFF2-40B4-BE49-F238E27FC236}">
                  <a16:creationId xmlns:a16="http://schemas.microsoft.com/office/drawing/2014/main" id="{0B2F902B-5F8A-415A-802E-9C26AF365A52}"/>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7">
              <a:extLst>
                <a:ext uri="{FF2B5EF4-FFF2-40B4-BE49-F238E27FC236}">
                  <a16:creationId xmlns:a16="http://schemas.microsoft.com/office/drawing/2014/main" id="{D1155D44-E5DD-4D1E-ABEF-8E22D668143E}"/>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8">
              <a:extLst>
                <a:ext uri="{FF2B5EF4-FFF2-40B4-BE49-F238E27FC236}">
                  <a16:creationId xmlns:a16="http://schemas.microsoft.com/office/drawing/2014/main" id="{D632DCF3-5E91-462A-83B4-70E048B7A73B}"/>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74">
              <a:extLst>
                <a:ext uri="{FF2B5EF4-FFF2-40B4-BE49-F238E27FC236}">
                  <a16:creationId xmlns:a16="http://schemas.microsoft.com/office/drawing/2014/main" id="{5F180152-2733-4C98-BB81-1F1076C1424D}"/>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5">
              <a:extLst>
                <a:ext uri="{FF2B5EF4-FFF2-40B4-BE49-F238E27FC236}">
                  <a16:creationId xmlns:a16="http://schemas.microsoft.com/office/drawing/2014/main" id="{A79F84D1-BDFD-49E1-B2C6-4356B37AC4FC}"/>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6">
              <a:extLst>
                <a:ext uri="{FF2B5EF4-FFF2-40B4-BE49-F238E27FC236}">
                  <a16:creationId xmlns:a16="http://schemas.microsoft.com/office/drawing/2014/main" id="{D257DA93-0163-41A4-B3EB-09C1A11E801D}"/>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3">
              <a:extLst>
                <a:ext uri="{FF2B5EF4-FFF2-40B4-BE49-F238E27FC236}">
                  <a16:creationId xmlns:a16="http://schemas.microsoft.com/office/drawing/2014/main" id="{1F3AE492-54CB-4ACD-8650-87F935820D64}"/>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5" name="TextBox 94">
            <a:extLst>
              <a:ext uri="{FF2B5EF4-FFF2-40B4-BE49-F238E27FC236}">
                <a16:creationId xmlns:a16="http://schemas.microsoft.com/office/drawing/2014/main" id="{673964BA-AA6B-48E0-9D9C-B6A9702D8CF9}"/>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6" name="TextBox 95">
            <a:extLst>
              <a:ext uri="{FF2B5EF4-FFF2-40B4-BE49-F238E27FC236}">
                <a16:creationId xmlns:a16="http://schemas.microsoft.com/office/drawing/2014/main" id="{4A9B39C2-BEC7-44B6-BC54-6694086AD646}"/>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7" name="TextBox 96">
            <a:extLst>
              <a:ext uri="{FF2B5EF4-FFF2-40B4-BE49-F238E27FC236}">
                <a16:creationId xmlns:a16="http://schemas.microsoft.com/office/drawing/2014/main" id="{1188C149-E5E0-4F89-88F1-E95A7D3475D1}"/>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45" name="Graphic 44">
            <a:extLst>
              <a:ext uri="{FF2B5EF4-FFF2-40B4-BE49-F238E27FC236}">
                <a16:creationId xmlns:a16="http://schemas.microsoft.com/office/drawing/2014/main" id="{14E55712-88FE-4C2E-B4BA-6EEEFCB716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18958274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 Moss">
    <p:bg>
      <p:bgPr>
        <a:solidFill>
          <a:srgbClr val="00707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600450"/>
          </a:xfrm>
          <a:noFill/>
        </p:spPr>
        <p:txBody>
          <a:bodyPr tIns="0" bIns="0" anchor="b"/>
          <a:lstStyle>
            <a:lvl1pPr algn="l">
              <a:lnSpc>
                <a:spcPct val="100000"/>
              </a:lnSpc>
              <a:defRPr sz="3200">
                <a:solidFill>
                  <a:schemeClr val="bg1"/>
                </a:solidFill>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42B175C0-F949-4BFB-A128-79A779B60833}"/>
              </a:ext>
            </a:extLst>
          </p:cNvPr>
          <p:cNvSpPr>
            <a:spLocks noGrp="1"/>
          </p:cNvSpPr>
          <p:nvPr>
            <p:ph type="subTitle" idx="1"/>
          </p:nvPr>
        </p:nvSpPr>
        <p:spPr>
          <a:xfrm>
            <a:off x="694800" y="4473574"/>
            <a:ext cx="5335200" cy="1221625"/>
          </a:xfrm>
        </p:spPr>
        <p:txBody>
          <a:bodyPr/>
          <a:lstStyle>
            <a:lvl1pPr marL="0" indent="0" algn="l">
              <a:spcBef>
                <a:spcPts val="0"/>
              </a:spcBef>
              <a:spcAft>
                <a:spcPts val="0"/>
              </a:spcAft>
              <a:buNone/>
              <a:defRPr sz="1800" spc="0" baseline="0">
                <a:solidFill>
                  <a:srgbClr val="DEFAEC"/>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pSp>
        <p:nvGrpSpPr>
          <p:cNvPr id="32" name="Group 31">
            <a:extLst>
              <a:ext uri="{FF2B5EF4-FFF2-40B4-BE49-F238E27FC236}">
                <a16:creationId xmlns:a16="http://schemas.microsoft.com/office/drawing/2014/main" id="{AF183650-0A52-46C4-AD8C-31A259BE5AFC}"/>
              </a:ext>
            </a:extLst>
          </p:cNvPr>
          <p:cNvGrpSpPr/>
          <p:nvPr userDrawn="1"/>
        </p:nvGrpSpPr>
        <p:grpSpPr>
          <a:xfrm>
            <a:off x="12302028" y="1854300"/>
            <a:ext cx="155539" cy="1166719"/>
            <a:chOff x="12302028" y="1799637"/>
            <a:chExt cx="155539" cy="1166719"/>
          </a:xfrm>
        </p:grpSpPr>
        <p:sp>
          <p:nvSpPr>
            <p:cNvPr id="61" name="Rectangle 156">
              <a:extLst>
                <a:ext uri="{FF2B5EF4-FFF2-40B4-BE49-F238E27FC236}">
                  <a16:creationId xmlns:a16="http://schemas.microsoft.com/office/drawing/2014/main" id="{4282BB06-F177-48CD-AB97-3FC2F5CC4F2D}"/>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2" name="Rectangle 157">
              <a:extLst>
                <a:ext uri="{FF2B5EF4-FFF2-40B4-BE49-F238E27FC236}">
                  <a16:creationId xmlns:a16="http://schemas.microsoft.com/office/drawing/2014/main" id="{94E0251C-C754-4010-955C-0C32773E8327}"/>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8">
              <a:extLst>
                <a:ext uri="{FF2B5EF4-FFF2-40B4-BE49-F238E27FC236}">
                  <a16:creationId xmlns:a16="http://schemas.microsoft.com/office/drawing/2014/main" id="{5430D876-3E64-49AE-B578-029F0C148FFA}"/>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73">
              <a:extLst>
                <a:ext uri="{FF2B5EF4-FFF2-40B4-BE49-F238E27FC236}">
                  <a16:creationId xmlns:a16="http://schemas.microsoft.com/office/drawing/2014/main" id="{740A357D-A443-4B3A-A1DE-4A8C5F872A05}"/>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83">
              <a:extLst>
                <a:ext uri="{FF2B5EF4-FFF2-40B4-BE49-F238E27FC236}">
                  <a16:creationId xmlns:a16="http://schemas.microsoft.com/office/drawing/2014/main" id="{99DA4815-3355-4EF7-9296-CB6779A7C1EF}"/>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200">
              <a:extLst>
                <a:ext uri="{FF2B5EF4-FFF2-40B4-BE49-F238E27FC236}">
                  <a16:creationId xmlns:a16="http://schemas.microsoft.com/office/drawing/2014/main" id="{64F6B988-D03C-4967-B218-7425E7B83F85}"/>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7" name="Group 66">
            <a:extLst>
              <a:ext uri="{FF2B5EF4-FFF2-40B4-BE49-F238E27FC236}">
                <a16:creationId xmlns:a16="http://schemas.microsoft.com/office/drawing/2014/main" id="{37F14DDB-373D-46E8-B99C-1814C8662BD0}"/>
              </a:ext>
            </a:extLst>
          </p:cNvPr>
          <p:cNvGrpSpPr/>
          <p:nvPr userDrawn="1"/>
        </p:nvGrpSpPr>
        <p:grpSpPr>
          <a:xfrm>
            <a:off x="12302028" y="0"/>
            <a:ext cx="155539" cy="1509130"/>
            <a:chOff x="12302028" y="154594"/>
            <a:chExt cx="155539" cy="1509130"/>
          </a:xfrm>
        </p:grpSpPr>
        <p:sp>
          <p:nvSpPr>
            <p:cNvPr id="68" name="Rectangle 188">
              <a:extLst>
                <a:ext uri="{FF2B5EF4-FFF2-40B4-BE49-F238E27FC236}">
                  <a16:creationId xmlns:a16="http://schemas.microsoft.com/office/drawing/2014/main" id="{029394F3-5934-49F4-A099-8AB152FA3500}"/>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9" name="Rectangle 189">
              <a:extLst>
                <a:ext uri="{FF2B5EF4-FFF2-40B4-BE49-F238E27FC236}">
                  <a16:creationId xmlns:a16="http://schemas.microsoft.com/office/drawing/2014/main" id="{22306288-B65F-4D46-8467-AE0A8D01C29A}"/>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90">
              <a:extLst>
                <a:ext uri="{FF2B5EF4-FFF2-40B4-BE49-F238E27FC236}">
                  <a16:creationId xmlns:a16="http://schemas.microsoft.com/office/drawing/2014/main" id="{FC86E667-E2D5-4345-A71F-854D7AD06183}"/>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1">
              <a:extLst>
                <a:ext uri="{FF2B5EF4-FFF2-40B4-BE49-F238E27FC236}">
                  <a16:creationId xmlns:a16="http://schemas.microsoft.com/office/drawing/2014/main" id="{19517652-7DC2-4163-8B59-77DD0741A020}"/>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2">
              <a:extLst>
                <a:ext uri="{FF2B5EF4-FFF2-40B4-BE49-F238E27FC236}">
                  <a16:creationId xmlns:a16="http://schemas.microsoft.com/office/drawing/2014/main" id="{B6FC000E-9C42-497D-9D83-0A8EB6F59413}"/>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31">
              <a:extLst>
                <a:ext uri="{FF2B5EF4-FFF2-40B4-BE49-F238E27FC236}">
                  <a16:creationId xmlns:a16="http://schemas.microsoft.com/office/drawing/2014/main" id="{2D367663-C0B6-4B08-A3BD-C01456619671}"/>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3">
              <a:extLst>
                <a:ext uri="{FF2B5EF4-FFF2-40B4-BE49-F238E27FC236}">
                  <a16:creationId xmlns:a16="http://schemas.microsoft.com/office/drawing/2014/main" id="{20976F41-D403-4398-AC97-199A4D95A6E5}"/>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192">
              <a:extLst>
                <a:ext uri="{FF2B5EF4-FFF2-40B4-BE49-F238E27FC236}">
                  <a16:creationId xmlns:a16="http://schemas.microsoft.com/office/drawing/2014/main" id="{5D6D0153-69FB-4DD0-938B-1A807F28CFCF}"/>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6" name="Group 75">
            <a:extLst>
              <a:ext uri="{FF2B5EF4-FFF2-40B4-BE49-F238E27FC236}">
                <a16:creationId xmlns:a16="http://schemas.microsoft.com/office/drawing/2014/main" id="{43069C9A-481D-41A5-BE41-42A070193552}"/>
              </a:ext>
            </a:extLst>
          </p:cNvPr>
          <p:cNvGrpSpPr/>
          <p:nvPr userDrawn="1"/>
        </p:nvGrpSpPr>
        <p:grpSpPr>
          <a:xfrm>
            <a:off x="12302028" y="3366188"/>
            <a:ext cx="155539" cy="3491812"/>
            <a:chOff x="12302028" y="3266863"/>
            <a:chExt cx="155539" cy="3491812"/>
          </a:xfrm>
        </p:grpSpPr>
        <p:sp>
          <p:nvSpPr>
            <p:cNvPr id="77" name="Rectangle 174">
              <a:extLst>
                <a:ext uri="{FF2B5EF4-FFF2-40B4-BE49-F238E27FC236}">
                  <a16:creationId xmlns:a16="http://schemas.microsoft.com/office/drawing/2014/main" id="{901F4FED-C72B-4F9E-BD7B-FC9D49F3593E}"/>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8" name="Rectangle 175">
              <a:extLst>
                <a:ext uri="{FF2B5EF4-FFF2-40B4-BE49-F238E27FC236}">
                  <a16:creationId xmlns:a16="http://schemas.microsoft.com/office/drawing/2014/main" id="{05731216-57C1-4A07-861C-C5A872CB8E84}"/>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6">
              <a:extLst>
                <a:ext uri="{FF2B5EF4-FFF2-40B4-BE49-F238E27FC236}">
                  <a16:creationId xmlns:a16="http://schemas.microsoft.com/office/drawing/2014/main" id="{4574AEA7-004E-4E6E-B463-A956CA084F27}"/>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89">
              <a:extLst>
                <a:ext uri="{FF2B5EF4-FFF2-40B4-BE49-F238E27FC236}">
                  <a16:creationId xmlns:a16="http://schemas.microsoft.com/office/drawing/2014/main" id="{4311D56E-835F-46EE-B5F8-0DD276BE4F9D}"/>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90">
              <a:extLst>
                <a:ext uri="{FF2B5EF4-FFF2-40B4-BE49-F238E27FC236}">
                  <a16:creationId xmlns:a16="http://schemas.microsoft.com/office/drawing/2014/main" id="{D3CEF090-2B98-4CDD-B722-8064A4AB0BD3}"/>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1">
              <a:extLst>
                <a:ext uri="{FF2B5EF4-FFF2-40B4-BE49-F238E27FC236}">
                  <a16:creationId xmlns:a16="http://schemas.microsoft.com/office/drawing/2014/main" id="{E5A03A5D-5FA7-4696-8B41-41D9CE7A735A}"/>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83">
              <a:extLst>
                <a:ext uri="{FF2B5EF4-FFF2-40B4-BE49-F238E27FC236}">
                  <a16:creationId xmlns:a16="http://schemas.microsoft.com/office/drawing/2014/main" id="{F11184C8-95F1-4117-92A7-9FA80A303804}"/>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73">
              <a:extLst>
                <a:ext uri="{FF2B5EF4-FFF2-40B4-BE49-F238E27FC236}">
                  <a16:creationId xmlns:a16="http://schemas.microsoft.com/office/drawing/2014/main" id="{5C867C24-B49A-4061-AD1A-915AFC22AE56}"/>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56">
              <a:extLst>
                <a:ext uri="{FF2B5EF4-FFF2-40B4-BE49-F238E27FC236}">
                  <a16:creationId xmlns:a16="http://schemas.microsoft.com/office/drawing/2014/main" id="{7353EC3E-0BEA-41B4-9751-51FD9B705602}"/>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7">
              <a:extLst>
                <a:ext uri="{FF2B5EF4-FFF2-40B4-BE49-F238E27FC236}">
                  <a16:creationId xmlns:a16="http://schemas.microsoft.com/office/drawing/2014/main" id="{C1DA1B4B-3675-4A6E-BBE8-C882B44D80E3}"/>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8">
              <a:extLst>
                <a:ext uri="{FF2B5EF4-FFF2-40B4-BE49-F238E27FC236}">
                  <a16:creationId xmlns:a16="http://schemas.microsoft.com/office/drawing/2014/main" id="{098692F4-1099-4EC9-9D6E-81A777F24B72}"/>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6">
              <a:extLst>
                <a:ext uri="{FF2B5EF4-FFF2-40B4-BE49-F238E27FC236}">
                  <a16:creationId xmlns:a16="http://schemas.microsoft.com/office/drawing/2014/main" id="{1AB9B200-608A-4C3D-8264-4483BE22EF22}"/>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7">
              <a:extLst>
                <a:ext uri="{FF2B5EF4-FFF2-40B4-BE49-F238E27FC236}">
                  <a16:creationId xmlns:a16="http://schemas.microsoft.com/office/drawing/2014/main" id="{461CC0EA-4E82-46B2-9873-3F694A1C31FF}"/>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8">
              <a:extLst>
                <a:ext uri="{FF2B5EF4-FFF2-40B4-BE49-F238E27FC236}">
                  <a16:creationId xmlns:a16="http://schemas.microsoft.com/office/drawing/2014/main" id="{3BACBCAB-8D52-43AC-A87B-FDFB5A75E807}"/>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74">
              <a:extLst>
                <a:ext uri="{FF2B5EF4-FFF2-40B4-BE49-F238E27FC236}">
                  <a16:creationId xmlns:a16="http://schemas.microsoft.com/office/drawing/2014/main" id="{A35C6339-65C8-46A5-BF48-C6D7787A2768}"/>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5">
              <a:extLst>
                <a:ext uri="{FF2B5EF4-FFF2-40B4-BE49-F238E27FC236}">
                  <a16:creationId xmlns:a16="http://schemas.microsoft.com/office/drawing/2014/main" id="{7BCB5AB1-C6F1-4C30-BDC7-F14394F0DDC1}"/>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6">
              <a:extLst>
                <a:ext uri="{FF2B5EF4-FFF2-40B4-BE49-F238E27FC236}">
                  <a16:creationId xmlns:a16="http://schemas.microsoft.com/office/drawing/2014/main" id="{66A088CF-C1E8-4A91-BB8D-9E3E85571413}"/>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3">
              <a:extLst>
                <a:ext uri="{FF2B5EF4-FFF2-40B4-BE49-F238E27FC236}">
                  <a16:creationId xmlns:a16="http://schemas.microsoft.com/office/drawing/2014/main" id="{72C7957D-5F44-4C2C-A429-4798A49A2574}"/>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5" name="TextBox 94">
            <a:extLst>
              <a:ext uri="{FF2B5EF4-FFF2-40B4-BE49-F238E27FC236}">
                <a16:creationId xmlns:a16="http://schemas.microsoft.com/office/drawing/2014/main" id="{A979A13F-ADAC-4352-8AAA-6ECBA5E547D4}"/>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6" name="TextBox 95">
            <a:extLst>
              <a:ext uri="{FF2B5EF4-FFF2-40B4-BE49-F238E27FC236}">
                <a16:creationId xmlns:a16="http://schemas.microsoft.com/office/drawing/2014/main" id="{28CAE253-660B-4A9D-B419-F79D8F54EB75}"/>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7" name="TextBox 96">
            <a:extLst>
              <a:ext uri="{FF2B5EF4-FFF2-40B4-BE49-F238E27FC236}">
                <a16:creationId xmlns:a16="http://schemas.microsoft.com/office/drawing/2014/main" id="{2537790F-3CAE-41AF-95CF-3E419CF3E04B}"/>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46" name="Graphic 45">
            <a:extLst>
              <a:ext uri="{FF2B5EF4-FFF2-40B4-BE49-F238E27FC236}">
                <a16:creationId xmlns:a16="http://schemas.microsoft.com/office/drawing/2014/main" id="{22EF7C66-DEA3-4318-B039-D57316A8837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4947537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 Slate">
    <p:bg>
      <p:bgPr>
        <a:solidFill>
          <a:srgbClr val="10344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600450"/>
          </a:xfrm>
          <a:noFill/>
        </p:spPr>
        <p:txBody>
          <a:bodyPr tIns="0" bIns="0" anchor="b"/>
          <a:lstStyle>
            <a:lvl1pPr algn="l">
              <a:lnSpc>
                <a:spcPct val="100000"/>
              </a:lnSpc>
              <a:defRPr sz="3200">
                <a:solidFill>
                  <a:srgbClr val="73B1B6"/>
                </a:solidFill>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F5136A9E-1D77-433D-9BC7-E4443525AFD7}"/>
              </a:ext>
            </a:extLst>
          </p:cNvPr>
          <p:cNvSpPr>
            <a:spLocks noGrp="1"/>
          </p:cNvSpPr>
          <p:nvPr>
            <p:ph type="subTitle" idx="1"/>
          </p:nvPr>
        </p:nvSpPr>
        <p:spPr>
          <a:xfrm>
            <a:off x="694800" y="4473574"/>
            <a:ext cx="5335200" cy="1221625"/>
          </a:xfrm>
        </p:spPr>
        <p:txBody>
          <a:bodyPr/>
          <a:lstStyle>
            <a:lvl1pPr marL="0" indent="0" algn="l">
              <a:spcBef>
                <a:spcPts val="0"/>
              </a:spcBef>
              <a:spcAft>
                <a:spcPts val="0"/>
              </a:spcAft>
              <a:buNone/>
              <a:defRPr sz="1800" spc="0" baseline="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pSp>
        <p:nvGrpSpPr>
          <p:cNvPr id="32" name="Group 31">
            <a:extLst>
              <a:ext uri="{FF2B5EF4-FFF2-40B4-BE49-F238E27FC236}">
                <a16:creationId xmlns:a16="http://schemas.microsoft.com/office/drawing/2014/main" id="{46C9C179-CB41-46D4-97DF-1FED825F4908}"/>
              </a:ext>
            </a:extLst>
          </p:cNvPr>
          <p:cNvGrpSpPr/>
          <p:nvPr userDrawn="1"/>
        </p:nvGrpSpPr>
        <p:grpSpPr>
          <a:xfrm>
            <a:off x="12302028" y="1854300"/>
            <a:ext cx="155539" cy="1166719"/>
            <a:chOff x="12302028" y="1799637"/>
            <a:chExt cx="155539" cy="1166719"/>
          </a:xfrm>
        </p:grpSpPr>
        <p:sp>
          <p:nvSpPr>
            <p:cNvPr id="61" name="Rectangle 156">
              <a:extLst>
                <a:ext uri="{FF2B5EF4-FFF2-40B4-BE49-F238E27FC236}">
                  <a16:creationId xmlns:a16="http://schemas.microsoft.com/office/drawing/2014/main" id="{EEEFADD1-F723-4F8F-AA4F-5B32702F9DDC}"/>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2" name="Rectangle 157">
              <a:extLst>
                <a:ext uri="{FF2B5EF4-FFF2-40B4-BE49-F238E27FC236}">
                  <a16:creationId xmlns:a16="http://schemas.microsoft.com/office/drawing/2014/main" id="{07133160-B0C0-4D93-BAD2-A39B8933F3BC}"/>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8">
              <a:extLst>
                <a:ext uri="{FF2B5EF4-FFF2-40B4-BE49-F238E27FC236}">
                  <a16:creationId xmlns:a16="http://schemas.microsoft.com/office/drawing/2014/main" id="{0E6AF89F-5CC1-437D-9BBB-ED72F96F6232}"/>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73">
              <a:extLst>
                <a:ext uri="{FF2B5EF4-FFF2-40B4-BE49-F238E27FC236}">
                  <a16:creationId xmlns:a16="http://schemas.microsoft.com/office/drawing/2014/main" id="{537EAA2F-FECD-453E-8B9C-2E41259D83FD}"/>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83">
              <a:extLst>
                <a:ext uri="{FF2B5EF4-FFF2-40B4-BE49-F238E27FC236}">
                  <a16:creationId xmlns:a16="http://schemas.microsoft.com/office/drawing/2014/main" id="{7566228C-1BE1-46F6-A280-BBECD2A4219F}"/>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200">
              <a:extLst>
                <a:ext uri="{FF2B5EF4-FFF2-40B4-BE49-F238E27FC236}">
                  <a16:creationId xmlns:a16="http://schemas.microsoft.com/office/drawing/2014/main" id="{F45D0A59-5045-49AE-9016-E93B6478C9D3}"/>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7" name="Group 66">
            <a:extLst>
              <a:ext uri="{FF2B5EF4-FFF2-40B4-BE49-F238E27FC236}">
                <a16:creationId xmlns:a16="http://schemas.microsoft.com/office/drawing/2014/main" id="{39AF1FFB-A2BE-4818-BFCA-C339BBBA9036}"/>
              </a:ext>
            </a:extLst>
          </p:cNvPr>
          <p:cNvGrpSpPr/>
          <p:nvPr userDrawn="1"/>
        </p:nvGrpSpPr>
        <p:grpSpPr>
          <a:xfrm>
            <a:off x="12302028" y="0"/>
            <a:ext cx="155539" cy="1509130"/>
            <a:chOff x="12302028" y="154594"/>
            <a:chExt cx="155539" cy="1509130"/>
          </a:xfrm>
        </p:grpSpPr>
        <p:sp>
          <p:nvSpPr>
            <p:cNvPr id="68" name="Rectangle 188">
              <a:extLst>
                <a:ext uri="{FF2B5EF4-FFF2-40B4-BE49-F238E27FC236}">
                  <a16:creationId xmlns:a16="http://schemas.microsoft.com/office/drawing/2014/main" id="{F39F01FC-B9A0-4ADA-8848-780486F60CCD}"/>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9" name="Rectangle 189">
              <a:extLst>
                <a:ext uri="{FF2B5EF4-FFF2-40B4-BE49-F238E27FC236}">
                  <a16:creationId xmlns:a16="http://schemas.microsoft.com/office/drawing/2014/main" id="{B6396E2D-23AE-4B02-B33D-03349942FD59}"/>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90">
              <a:extLst>
                <a:ext uri="{FF2B5EF4-FFF2-40B4-BE49-F238E27FC236}">
                  <a16:creationId xmlns:a16="http://schemas.microsoft.com/office/drawing/2014/main" id="{8C1FD48E-3849-489D-9A9D-C11F41E3DE47}"/>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1">
              <a:extLst>
                <a:ext uri="{FF2B5EF4-FFF2-40B4-BE49-F238E27FC236}">
                  <a16:creationId xmlns:a16="http://schemas.microsoft.com/office/drawing/2014/main" id="{F73A4A8F-0899-49E4-A269-92E0BE17686F}"/>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2">
              <a:extLst>
                <a:ext uri="{FF2B5EF4-FFF2-40B4-BE49-F238E27FC236}">
                  <a16:creationId xmlns:a16="http://schemas.microsoft.com/office/drawing/2014/main" id="{CBD97638-E4B6-47B7-A328-5AF351C53EA5}"/>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31">
              <a:extLst>
                <a:ext uri="{FF2B5EF4-FFF2-40B4-BE49-F238E27FC236}">
                  <a16:creationId xmlns:a16="http://schemas.microsoft.com/office/drawing/2014/main" id="{BFF0A98D-1239-4089-8C5E-2E8E6DE72A79}"/>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3">
              <a:extLst>
                <a:ext uri="{FF2B5EF4-FFF2-40B4-BE49-F238E27FC236}">
                  <a16:creationId xmlns:a16="http://schemas.microsoft.com/office/drawing/2014/main" id="{787243B1-B059-450B-ADA8-20D839CEDE87}"/>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192">
              <a:extLst>
                <a:ext uri="{FF2B5EF4-FFF2-40B4-BE49-F238E27FC236}">
                  <a16:creationId xmlns:a16="http://schemas.microsoft.com/office/drawing/2014/main" id="{006B4AD2-22EE-41A5-9988-8C4DF3CF4DF4}"/>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6" name="Group 75">
            <a:extLst>
              <a:ext uri="{FF2B5EF4-FFF2-40B4-BE49-F238E27FC236}">
                <a16:creationId xmlns:a16="http://schemas.microsoft.com/office/drawing/2014/main" id="{E5912044-5348-4D82-B066-70CA4A90FC09}"/>
              </a:ext>
            </a:extLst>
          </p:cNvPr>
          <p:cNvGrpSpPr/>
          <p:nvPr userDrawn="1"/>
        </p:nvGrpSpPr>
        <p:grpSpPr>
          <a:xfrm>
            <a:off x="12302028" y="3366188"/>
            <a:ext cx="155539" cy="3491812"/>
            <a:chOff x="12302028" y="3266863"/>
            <a:chExt cx="155539" cy="3491812"/>
          </a:xfrm>
        </p:grpSpPr>
        <p:sp>
          <p:nvSpPr>
            <p:cNvPr id="77" name="Rectangle 174">
              <a:extLst>
                <a:ext uri="{FF2B5EF4-FFF2-40B4-BE49-F238E27FC236}">
                  <a16:creationId xmlns:a16="http://schemas.microsoft.com/office/drawing/2014/main" id="{6D689B32-75DC-4146-A752-6F75C3BA7D66}"/>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8" name="Rectangle 175">
              <a:extLst>
                <a:ext uri="{FF2B5EF4-FFF2-40B4-BE49-F238E27FC236}">
                  <a16:creationId xmlns:a16="http://schemas.microsoft.com/office/drawing/2014/main" id="{DDCEBDF1-170D-4FC5-A068-70480DE69C6A}"/>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6">
              <a:extLst>
                <a:ext uri="{FF2B5EF4-FFF2-40B4-BE49-F238E27FC236}">
                  <a16:creationId xmlns:a16="http://schemas.microsoft.com/office/drawing/2014/main" id="{DD88F53C-7D2B-40FC-9CBF-1ECA4D369688}"/>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89">
              <a:extLst>
                <a:ext uri="{FF2B5EF4-FFF2-40B4-BE49-F238E27FC236}">
                  <a16:creationId xmlns:a16="http://schemas.microsoft.com/office/drawing/2014/main" id="{57039F0E-B8DF-430A-9EB8-E4B493B460C5}"/>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90">
              <a:extLst>
                <a:ext uri="{FF2B5EF4-FFF2-40B4-BE49-F238E27FC236}">
                  <a16:creationId xmlns:a16="http://schemas.microsoft.com/office/drawing/2014/main" id="{2F57A1AE-9E10-418B-8719-240697467A1B}"/>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1">
              <a:extLst>
                <a:ext uri="{FF2B5EF4-FFF2-40B4-BE49-F238E27FC236}">
                  <a16:creationId xmlns:a16="http://schemas.microsoft.com/office/drawing/2014/main" id="{39402039-0C22-4DCC-AAAB-9D3E0E5A4B74}"/>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83">
              <a:extLst>
                <a:ext uri="{FF2B5EF4-FFF2-40B4-BE49-F238E27FC236}">
                  <a16:creationId xmlns:a16="http://schemas.microsoft.com/office/drawing/2014/main" id="{3A43BAE3-836A-4DFC-A4A5-CDA275CA2275}"/>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73">
              <a:extLst>
                <a:ext uri="{FF2B5EF4-FFF2-40B4-BE49-F238E27FC236}">
                  <a16:creationId xmlns:a16="http://schemas.microsoft.com/office/drawing/2014/main" id="{EAC01F5F-EFC4-4A36-ACCF-2FE205300C87}"/>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56">
              <a:extLst>
                <a:ext uri="{FF2B5EF4-FFF2-40B4-BE49-F238E27FC236}">
                  <a16:creationId xmlns:a16="http://schemas.microsoft.com/office/drawing/2014/main" id="{B1E6678C-A64D-4D62-A66A-20C18D627ED7}"/>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7">
              <a:extLst>
                <a:ext uri="{FF2B5EF4-FFF2-40B4-BE49-F238E27FC236}">
                  <a16:creationId xmlns:a16="http://schemas.microsoft.com/office/drawing/2014/main" id="{155C9F1D-F03B-40D8-91F7-AC7CC5A3DD7D}"/>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8">
              <a:extLst>
                <a:ext uri="{FF2B5EF4-FFF2-40B4-BE49-F238E27FC236}">
                  <a16:creationId xmlns:a16="http://schemas.microsoft.com/office/drawing/2014/main" id="{D4DFD332-2526-44D4-8491-99AF33171B36}"/>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6">
              <a:extLst>
                <a:ext uri="{FF2B5EF4-FFF2-40B4-BE49-F238E27FC236}">
                  <a16:creationId xmlns:a16="http://schemas.microsoft.com/office/drawing/2014/main" id="{7AEEE934-95D3-4D35-8508-90245ABD1FB1}"/>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7">
              <a:extLst>
                <a:ext uri="{FF2B5EF4-FFF2-40B4-BE49-F238E27FC236}">
                  <a16:creationId xmlns:a16="http://schemas.microsoft.com/office/drawing/2014/main" id="{2D20B943-618D-4F5A-B3DD-02ABCB51A442}"/>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8">
              <a:extLst>
                <a:ext uri="{FF2B5EF4-FFF2-40B4-BE49-F238E27FC236}">
                  <a16:creationId xmlns:a16="http://schemas.microsoft.com/office/drawing/2014/main" id="{257B1159-A584-41CE-9064-8733B5C2EBC1}"/>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74">
              <a:extLst>
                <a:ext uri="{FF2B5EF4-FFF2-40B4-BE49-F238E27FC236}">
                  <a16:creationId xmlns:a16="http://schemas.microsoft.com/office/drawing/2014/main" id="{0FEACFE6-840E-4699-86F8-63D530C5E80A}"/>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5">
              <a:extLst>
                <a:ext uri="{FF2B5EF4-FFF2-40B4-BE49-F238E27FC236}">
                  <a16:creationId xmlns:a16="http://schemas.microsoft.com/office/drawing/2014/main" id="{F5CD6176-7CFE-466C-8026-836B3AAD00CB}"/>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6">
              <a:extLst>
                <a:ext uri="{FF2B5EF4-FFF2-40B4-BE49-F238E27FC236}">
                  <a16:creationId xmlns:a16="http://schemas.microsoft.com/office/drawing/2014/main" id="{CB139271-40DA-42C0-8865-1F160E881CEC}"/>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3">
              <a:extLst>
                <a:ext uri="{FF2B5EF4-FFF2-40B4-BE49-F238E27FC236}">
                  <a16:creationId xmlns:a16="http://schemas.microsoft.com/office/drawing/2014/main" id="{1C88B0FE-40B3-4F32-BF77-346B42793EBF}"/>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5" name="TextBox 94">
            <a:extLst>
              <a:ext uri="{FF2B5EF4-FFF2-40B4-BE49-F238E27FC236}">
                <a16:creationId xmlns:a16="http://schemas.microsoft.com/office/drawing/2014/main" id="{34F0C1B0-DDCF-47A4-A5E4-AFECB5DB4CC7}"/>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6" name="TextBox 95">
            <a:extLst>
              <a:ext uri="{FF2B5EF4-FFF2-40B4-BE49-F238E27FC236}">
                <a16:creationId xmlns:a16="http://schemas.microsoft.com/office/drawing/2014/main" id="{0C5C1367-8BD4-4EBA-9157-901D62427D01}"/>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7" name="TextBox 96">
            <a:extLst>
              <a:ext uri="{FF2B5EF4-FFF2-40B4-BE49-F238E27FC236}">
                <a16:creationId xmlns:a16="http://schemas.microsoft.com/office/drawing/2014/main" id="{6C93E48F-4333-4F24-9A7A-423AB2A371D6}"/>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45" name="Graphic 44">
            <a:extLst>
              <a:ext uri="{FF2B5EF4-FFF2-40B4-BE49-F238E27FC236}">
                <a16:creationId xmlns:a16="http://schemas.microsoft.com/office/drawing/2014/main" id="{F6E765D1-7CCC-47DB-8355-6A6FD380CEF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27683900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slide - Dark image">
    <p:bg>
      <p:bgPr>
        <a:solidFill>
          <a:schemeClr val="l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33539" cy="3600450"/>
          </a:xfrm>
        </p:spPr>
        <p:txBody>
          <a:bodyPr tIns="0" bIns="0" anchor="b"/>
          <a:lstStyle>
            <a:lvl1pPr algn="l">
              <a:lnSpc>
                <a:spcPct val="100000"/>
              </a:lnSpc>
              <a:defRPr sz="3200">
                <a:solidFill>
                  <a:schemeClr val="bg1"/>
                </a:solidFill>
              </a:defRPr>
            </a:lvl1pPr>
          </a:lstStyle>
          <a:p>
            <a:r>
              <a:rPr lang="en-US" noProof="0"/>
              <a:t>Click to edit Master title style</a:t>
            </a:r>
            <a:endParaRPr lang="en-GB" noProof="0"/>
          </a:p>
        </p:txBody>
      </p:sp>
      <p:sp>
        <p:nvSpPr>
          <p:cNvPr id="4" name="imageSlide" hidden="1">
            <a:extLst>
              <a:ext uri="{FF2B5EF4-FFF2-40B4-BE49-F238E27FC236}">
                <a16:creationId xmlns:a16="http://schemas.microsoft.com/office/drawing/2014/main" id="{223DF67C-B2C0-4D3F-B59F-8AB119B6729D}"/>
              </a:ext>
            </a:extLst>
          </p:cNvPr>
          <p:cNvSpPr/>
          <p:nvPr userDrawn="1"/>
        </p:nvSpPr>
        <p:spPr>
          <a:xfrm>
            <a:off x="995680" y="180796"/>
            <a:ext cx="782320" cy="42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Undertittel 2">
            <a:extLst>
              <a:ext uri="{FF2B5EF4-FFF2-40B4-BE49-F238E27FC236}">
                <a16:creationId xmlns:a16="http://schemas.microsoft.com/office/drawing/2014/main" id="{4C73CA65-0E28-4A2B-9830-7E41A5ABE94B}"/>
              </a:ext>
            </a:extLst>
          </p:cNvPr>
          <p:cNvSpPr>
            <a:spLocks noGrp="1"/>
          </p:cNvSpPr>
          <p:nvPr>
            <p:ph type="subTitle" idx="1"/>
          </p:nvPr>
        </p:nvSpPr>
        <p:spPr>
          <a:xfrm>
            <a:off x="694800" y="4473574"/>
            <a:ext cx="5335200" cy="1221625"/>
          </a:xfrm>
        </p:spPr>
        <p:txBody>
          <a:bodyPr/>
          <a:lstStyle>
            <a:lvl1pPr marL="0" indent="0" algn="l">
              <a:spcBef>
                <a:spcPts val="0"/>
              </a:spcBef>
              <a:spcAft>
                <a:spcPts val="0"/>
              </a:spcAft>
              <a:buNone/>
              <a:defRPr sz="18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pSp>
        <p:nvGrpSpPr>
          <p:cNvPr id="33" name="Group 32">
            <a:extLst>
              <a:ext uri="{FF2B5EF4-FFF2-40B4-BE49-F238E27FC236}">
                <a16:creationId xmlns:a16="http://schemas.microsoft.com/office/drawing/2014/main" id="{4C0DED52-85E6-4BD9-89EB-DF5687E49E25}"/>
              </a:ext>
            </a:extLst>
          </p:cNvPr>
          <p:cNvGrpSpPr/>
          <p:nvPr userDrawn="1"/>
        </p:nvGrpSpPr>
        <p:grpSpPr>
          <a:xfrm>
            <a:off x="12302028" y="1854300"/>
            <a:ext cx="155539" cy="1166719"/>
            <a:chOff x="12302028" y="1799637"/>
            <a:chExt cx="155539" cy="1166719"/>
          </a:xfrm>
        </p:grpSpPr>
        <p:sp>
          <p:nvSpPr>
            <p:cNvPr id="34" name="Rectangle 156">
              <a:extLst>
                <a:ext uri="{FF2B5EF4-FFF2-40B4-BE49-F238E27FC236}">
                  <a16:creationId xmlns:a16="http://schemas.microsoft.com/office/drawing/2014/main" id="{65B7BAAE-2A63-43D4-9EB2-4B8F4563C33E}"/>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7">
              <a:extLst>
                <a:ext uri="{FF2B5EF4-FFF2-40B4-BE49-F238E27FC236}">
                  <a16:creationId xmlns:a16="http://schemas.microsoft.com/office/drawing/2014/main" id="{7495DA74-9B8B-400F-8AAE-A30DB08713B9}"/>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58">
              <a:extLst>
                <a:ext uri="{FF2B5EF4-FFF2-40B4-BE49-F238E27FC236}">
                  <a16:creationId xmlns:a16="http://schemas.microsoft.com/office/drawing/2014/main" id="{BE21F911-48E6-458B-9FDD-95E67C28DB10}"/>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73">
              <a:extLst>
                <a:ext uri="{FF2B5EF4-FFF2-40B4-BE49-F238E27FC236}">
                  <a16:creationId xmlns:a16="http://schemas.microsoft.com/office/drawing/2014/main" id="{68AB3D6B-17E9-4E92-84BB-EAB3FFA5C2BD}"/>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183">
              <a:extLst>
                <a:ext uri="{FF2B5EF4-FFF2-40B4-BE49-F238E27FC236}">
                  <a16:creationId xmlns:a16="http://schemas.microsoft.com/office/drawing/2014/main" id="{CAB1D5E6-9358-4C75-AB87-DF5562823C1E}"/>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7" name="Rectangle 200">
              <a:extLst>
                <a:ext uri="{FF2B5EF4-FFF2-40B4-BE49-F238E27FC236}">
                  <a16:creationId xmlns:a16="http://schemas.microsoft.com/office/drawing/2014/main" id="{2B0E6AB2-26AA-49AA-8821-51EF78045330}"/>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8" name="Group 67">
            <a:extLst>
              <a:ext uri="{FF2B5EF4-FFF2-40B4-BE49-F238E27FC236}">
                <a16:creationId xmlns:a16="http://schemas.microsoft.com/office/drawing/2014/main" id="{98964646-8765-4A23-B170-44EDE715A666}"/>
              </a:ext>
            </a:extLst>
          </p:cNvPr>
          <p:cNvGrpSpPr/>
          <p:nvPr userDrawn="1"/>
        </p:nvGrpSpPr>
        <p:grpSpPr>
          <a:xfrm>
            <a:off x="12302028" y="0"/>
            <a:ext cx="155539" cy="1509130"/>
            <a:chOff x="12302028" y="154594"/>
            <a:chExt cx="155539" cy="1509130"/>
          </a:xfrm>
        </p:grpSpPr>
        <p:sp>
          <p:nvSpPr>
            <p:cNvPr id="69" name="Rectangle 188">
              <a:extLst>
                <a:ext uri="{FF2B5EF4-FFF2-40B4-BE49-F238E27FC236}">
                  <a16:creationId xmlns:a16="http://schemas.microsoft.com/office/drawing/2014/main" id="{D3FF6676-BCDD-4DEE-8256-53AADFB02189}"/>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89">
              <a:extLst>
                <a:ext uri="{FF2B5EF4-FFF2-40B4-BE49-F238E27FC236}">
                  <a16:creationId xmlns:a16="http://schemas.microsoft.com/office/drawing/2014/main" id="{588918B5-9017-48B7-AD1C-33A07137CCAC}"/>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0">
              <a:extLst>
                <a:ext uri="{FF2B5EF4-FFF2-40B4-BE49-F238E27FC236}">
                  <a16:creationId xmlns:a16="http://schemas.microsoft.com/office/drawing/2014/main" id="{CCE10D86-D6BC-4D93-A35D-EB7541C9099C}"/>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1">
              <a:extLst>
                <a:ext uri="{FF2B5EF4-FFF2-40B4-BE49-F238E27FC236}">
                  <a16:creationId xmlns:a16="http://schemas.microsoft.com/office/drawing/2014/main" id="{5181713F-8928-4259-B601-607B9687E81C}"/>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192">
              <a:extLst>
                <a:ext uri="{FF2B5EF4-FFF2-40B4-BE49-F238E27FC236}">
                  <a16:creationId xmlns:a16="http://schemas.microsoft.com/office/drawing/2014/main" id="{2C76EEFD-3846-4589-98D9-6904CD98EDC6}"/>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1">
              <a:extLst>
                <a:ext uri="{FF2B5EF4-FFF2-40B4-BE49-F238E27FC236}">
                  <a16:creationId xmlns:a16="http://schemas.microsoft.com/office/drawing/2014/main" id="{CE44FC93-6726-4FDD-8FDE-48EC3559A0B8}"/>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33">
              <a:extLst>
                <a:ext uri="{FF2B5EF4-FFF2-40B4-BE49-F238E27FC236}">
                  <a16:creationId xmlns:a16="http://schemas.microsoft.com/office/drawing/2014/main" id="{4A838E43-58C1-4EA8-B569-EDA7E0EEAD25}"/>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6" name="Rectangle 192">
              <a:extLst>
                <a:ext uri="{FF2B5EF4-FFF2-40B4-BE49-F238E27FC236}">
                  <a16:creationId xmlns:a16="http://schemas.microsoft.com/office/drawing/2014/main" id="{EA39C16E-79A1-46A0-818C-E3A0EAF4BCAE}"/>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7" name="Group 76">
            <a:extLst>
              <a:ext uri="{FF2B5EF4-FFF2-40B4-BE49-F238E27FC236}">
                <a16:creationId xmlns:a16="http://schemas.microsoft.com/office/drawing/2014/main" id="{11644DB3-724B-43D4-AAE3-97C90286CFF8}"/>
              </a:ext>
            </a:extLst>
          </p:cNvPr>
          <p:cNvGrpSpPr/>
          <p:nvPr userDrawn="1"/>
        </p:nvGrpSpPr>
        <p:grpSpPr>
          <a:xfrm>
            <a:off x="12302028" y="3366188"/>
            <a:ext cx="155539" cy="3491812"/>
            <a:chOff x="12302028" y="3266863"/>
            <a:chExt cx="155539" cy="3491812"/>
          </a:xfrm>
        </p:grpSpPr>
        <p:sp>
          <p:nvSpPr>
            <p:cNvPr id="78" name="Rectangle 174">
              <a:extLst>
                <a:ext uri="{FF2B5EF4-FFF2-40B4-BE49-F238E27FC236}">
                  <a16:creationId xmlns:a16="http://schemas.microsoft.com/office/drawing/2014/main" id="{10F12043-6ED0-460F-AFA8-EF6FB744D41D}"/>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5">
              <a:extLst>
                <a:ext uri="{FF2B5EF4-FFF2-40B4-BE49-F238E27FC236}">
                  <a16:creationId xmlns:a16="http://schemas.microsoft.com/office/drawing/2014/main" id="{6B5F9A39-FFAD-4399-AE83-804395A65C8E}"/>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76">
              <a:extLst>
                <a:ext uri="{FF2B5EF4-FFF2-40B4-BE49-F238E27FC236}">
                  <a16:creationId xmlns:a16="http://schemas.microsoft.com/office/drawing/2014/main" id="{935BB7D7-47EA-4096-8E04-C5F23ACA6362}"/>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89">
              <a:extLst>
                <a:ext uri="{FF2B5EF4-FFF2-40B4-BE49-F238E27FC236}">
                  <a16:creationId xmlns:a16="http://schemas.microsoft.com/office/drawing/2014/main" id="{E1DB422E-279D-4B16-A49C-8007B7DEA98F}"/>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0">
              <a:extLst>
                <a:ext uri="{FF2B5EF4-FFF2-40B4-BE49-F238E27FC236}">
                  <a16:creationId xmlns:a16="http://schemas.microsoft.com/office/drawing/2014/main" id="{58A2E012-28FE-43E0-AEBE-EEAC8B07CCE7}"/>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91">
              <a:extLst>
                <a:ext uri="{FF2B5EF4-FFF2-40B4-BE49-F238E27FC236}">
                  <a16:creationId xmlns:a16="http://schemas.microsoft.com/office/drawing/2014/main" id="{399E6DE7-1747-48FC-B4AF-F01C5EBE538D}"/>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83">
              <a:extLst>
                <a:ext uri="{FF2B5EF4-FFF2-40B4-BE49-F238E27FC236}">
                  <a16:creationId xmlns:a16="http://schemas.microsoft.com/office/drawing/2014/main" id="{DB829EFA-917B-4199-8433-6998CDBE0B49}"/>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73">
              <a:extLst>
                <a:ext uri="{FF2B5EF4-FFF2-40B4-BE49-F238E27FC236}">
                  <a16:creationId xmlns:a16="http://schemas.microsoft.com/office/drawing/2014/main" id="{41A1C27F-7FCD-4CC0-8CC5-ECFB2B0E65C4}"/>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6">
              <a:extLst>
                <a:ext uri="{FF2B5EF4-FFF2-40B4-BE49-F238E27FC236}">
                  <a16:creationId xmlns:a16="http://schemas.microsoft.com/office/drawing/2014/main" id="{126DA63A-7C62-48C1-87D9-45C830404DD1}"/>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7">
              <a:extLst>
                <a:ext uri="{FF2B5EF4-FFF2-40B4-BE49-F238E27FC236}">
                  <a16:creationId xmlns:a16="http://schemas.microsoft.com/office/drawing/2014/main" id="{9BB0166A-1AC1-43BB-9D71-061FC248C54F}"/>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8">
              <a:extLst>
                <a:ext uri="{FF2B5EF4-FFF2-40B4-BE49-F238E27FC236}">
                  <a16:creationId xmlns:a16="http://schemas.microsoft.com/office/drawing/2014/main" id="{B57CD4CE-98A0-453A-AF46-DF1DAAE0FC32}"/>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6">
              <a:extLst>
                <a:ext uri="{FF2B5EF4-FFF2-40B4-BE49-F238E27FC236}">
                  <a16:creationId xmlns:a16="http://schemas.microsoft.com/office/drawing/2014/main" id="{25312323-C41D-4F10-8C64-9FFC47C3284F}"/>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7">
              <a:extLst>
                <a:ext uri="{FF2B5EF4-FFF2-40B4-BE49-F238E27FC236}">
                  <a16:creationId xmlns:a16="http://schemas.microsoft.com/office/drawing/2014/main" id="{D5A48542-9018-461B-9D67-C58B1ED2DCB9}"/>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58">
              <a:extLst>
                <a:ext uri="{FF2B5EF4-FFF2-40B4-BE49-F238E27FC236}">
                  <a16:creationId xmlns:a16="http://schemas.microsoft.com/office/drawing/2014/main" id="{1BF7A4EE-A0AC-4728-87E5-28BD29886348}"/>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4">
              <a:extLst>
                <a:ext uri="{FF2B5EF4-FFF2-40B4-BE49-F238E27FC236}">
                  <a16:creationId xmlns:a16="http://schemas.microsoft.com/office/drawing/2014/main" id="{F8C8EEEE-BBF1-46C8-B43B-9BF4B3785F7B}"/>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5">
              <a:extLst>
                <a:ext uri="{FF2B5EF4-FFF2-40B4-BE49-F238E27FC236}">
                  <a16:creationId xmlns:a16="http://schemas.microsoft.com/office/drawing/2014/main" id="{B1B86911-2BFD-40F9-95DE-A5975A90E07E}"/>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6">
              <a:extLst>
                <a:ext uri="{FF2B5EF4-FFF2-40B4-BE49-F238E27FC236}">
                  <a16:creationId xmlns:a16="http://schemas.microsoft.com/office/drawing/2014/main" id="{1E5C9573-D18D-42D5-9E8F-548DC66B6723}"/>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5" name="Rectangle 173">
              <a:extLst>
                <a:ext uri="{FF2B5EF4-FFF2-40B4-BE49-F238E27FC236}">
                  <a16:creationId xmlns:a16="http://schemas.microsoft.com/office/drawing/2014/main" id="{A2AF57F4-97F7-4D31-AA1D-68CFCCDF3DE3}"/>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6" name="TextBox 95">
            <a:extLst>
              <a:ext uri="{FF2B5EF4-FFF2-40B4-BE49-F238E27FC236}">
                <a16:creationId xmlns:a16="http://schemas.microsoft.com/office/drawing/2014/main" id="{8E449EC5-31B6-4863-B880-64B6008EFDD8}"/>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7" name="TextBox 96">
            <a:extLst>
              <a:ext uri="{FF2B5EF4-FFF2-40B4-BE49-F238E27FC236}">
                <a16:creationId xmlns:a16="http://schemas.microsoft.com/office/drawing/2014/main" id="{9F02B2F5-2462-42DE-A41C-2EDF25D39C0B}"/>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8" name="TextBox 97">
            <a:extLst>
              <a:ext uri="{FF2B5EF4-FFF2-40B4-BE49-F238E27FC236}">
                <a16:creationId xmlns:a16="http://schemas.microsoft.com/office/drawing/2014/main" id="{C8B2DC8E-4C80-4C9E-8C9A-490D3AC54D3F}"/>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46" name="Graphic 45">
            <a:extLst>
              <a:ext uri="{FF2B5EF4-FFF2-40B4-BE49-F238E27FC236}">
                <a16:creationId xmlns:a16="http://schemas.microsoft.com/office/drawing/2014/main" id="{C7A0A1BD-DBA1-4EE2-8209-D24909FF729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116082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33539" cy="3600450"/>
          </a:xfrm>
        </p:spPr>
        <p:txBody>
          <a:bodyPr tIns="0" bIns="0" anchor="b"/>
          <a:lstStyle>
            <a:lvl1pPr algn="l">
              <a:lnSpc>
                <a:spcPct val="100000"/>
              </a:lnSpc>
              <a:defRPr sz="3200">
                <a:solidFill>
                  <a:srgbClr val="FF0942"/>
                </a:solidFill>
              </a:defRPr>
            </a:lvl1pPr>
          </a:lstStyle>
          <a:p>
            <a:r>
              <a:rPr lang="en-US" noProof="0"/>
              <a:t>Click to edit Master title style</a:t>
            </a:r>
            <a:endParaRPr lang="en-GB" noProof="0"/>
          </a:p>
        </p:txBody>
      </p:sp>
      <p:sp>
        <p:nvSpPr>
          <p:cNvPr id="7" name="imageSlide" hidden="1">
            <a:extLst>
              <a:ext uri="{FF2B5EF4-FFF2-40B4-BE49-F238E27FC236}">
                <a16:creationId xmlns:a16="http://schemas.microsoft.com/office/drawing/2014/main" id="{03A0DBB0-FFD4-4EE1-8049-02A1360D68B5}"/>
              </a:ext>
            </a:extLst>
          </p:cNvPr>
          <p:cNvSpPr/>
          <p:nvPr userDrawn="1"/>
        </p:nvSpPr>
        <p:spPr>
          <a:xfrm>
            <a:off x="995680" y="180796"/>
            <a:ext cx="782320" cy="42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Undertittel 2">
            <a:extLst>
              <a:ext uri="{FF2B5EF4-FFF2-40B4-BE49-F238E27FC236}">
                <a16:creationId xmlns:a16="http://schemas.microsoft.com/office/drawing/2014/main" id="{283EC197-AC2F-4210-BB53-22D8D21BC123}"/>
              </a:ext>
            </a:extLst>
          </p:cNvPr>
          <p:cNvSpPr>
            <a:spLocks noGrp="1"/>
          </p:cNvSpPr>
          <p:nvPr>
            <p:ph type="subTitle" idx="1"/>
          </p:nvPr>
        </p:nvSpPr>
        <p:spPr>
          <a:xfrm>
            <a:off x="694800" y="4473574"/>
            <a:ext cx="5335200" cy="1221625"/>
          </a:xfrm>
        </p:spPr>
        <p:txBody>
          <a:bodyPr/>
          <a:lstStyle>
            <a:lvl1pPr marL="0" indent="0" algn="l">
              <a:spcBef>
                <a:spcPts val="0"/>
              </a:spcBef>
              <a:spcAft>
                <a:spcPts val="0"/>
              </a:spcAft>
              <a:buNone/>
              <a:defRPr sz="1800" spc="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pSp>
        <p:nvGrpSpPr>
          <p:cNvPr id="33" name="Group 32">
            <a:extLst>
              <a:ext uri="{FF2B5EF4-FFF2-40B4-BE49-F238E27FC236}">
                <a16:creationId xmlns:a16="http://schemas.microsoft.com/office/drawing/2014/main" id="{5464A01B-E5CF-44DC-9B1C-A41EE56ECF07}"/>
              </a:ext>
            </a:extLst>
          </p:cNvPr>
          <p:cNvGrpSpPr/>
          <p:nvPr userDrawn="1"/>
        </p:nvGrpSpPr>
        <p:grpSpPr>
          <a:xfrm>
            <a:off x="12302028" y="1854300"/>
            <a:ext cx="155539" cy="1166719"/>
            <a:chOff x="12302028" y="1799637"/>
            <a:chExt cx="155539" cy="1166719"/>
          </a:xfrm>
        </p:grpSpPr>
        <p:sp>
          <p:nvSpPr>
            <p:cNvPr id="34" name="Rectangle 156">
              <a:extLst>
                <a:ext uri="{FF2B5EF4-FFF2-40B4-BE49-F238E27FC236}">
                  <a16:creationId xmlns:a16="http://schemas.microsoft.com/office/drawing/2014/main" id="{9DBFC198-ED67-4BC4-A301-CFBB5E38A446}"/>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7">
              <a:extLst>
                <a:ext uri="{FF2B5EF4-FFF2-40B4-BE49-F238E27FC236}">
                  <a16:creationId xmlns:a16="http://schemas.microsoft.com/office/drawing/2014/main" id="{89BBF5D7-D60A-4CA2-AC75-90D3F27682D9}"/>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58">
              <a:extLst>
                <a:ext uri="{FF2B5EF4-FFF2-40B4-BE49-F238E27FC236}">
                  <a16:creationId xmlns:a16="http://schemas.microsoft.com/office/drawing/2014/main" id="{219B46FF-7259-4320-BDFB-DD486E1FFE2A}"/>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73">
              <a:extLst>
                <a:ext uri="{FF2B5EF4-FFF2-40B4-BE49-F238E27FC236}">
                  <a16:creationId xmlns:a16="http://schemas.microsoft.com/office/drawing/2014/main" id="{5C0A165B-FEEE-4341-B7CE-167A949E3C92}"/>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183">
              <a:extLst>
                <a:ext uri="{FF2B5EF4-FFF2-40B4-BE49-F238E27FC236}">
                  <a16:creationId xmlns:a16="http://schemas.microsoft.com/office/drawing/2014/main" id="{658588B4-7321-4D41-9AD9-61014663435B}"/>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7" name="Rectangle 200">
              <a:extLst>
                <a:ext uri="{FF2B5EF4-FFF2-40B4-BE49-F238E27FC236}">
                  <a16:creationId xmlns:a16="http://schemas.microsoft.com/office/drawing/2014/main" id="{73D39B41-A553-476A-8E6E-D9060820A50C}"/>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8" name="Group 67">
            <a:extLst>
              <a:ext uri="{FF2B5EF4-FFF2-40B4-BE49-F238E27FC236}">
                <a16:creationId xmlns:a16="http://schemas.microsoft.com/office/drawing/2014/main" id="{08E4BCCE-2C0D-4C8A-8F5D-A1BC5451331A}"/>
              </a:ext>
            </a:extLst>
          </p:cNvPr>
          <p:cNvGrpSpPr/>
          <p:nvPr userDrawn="1"/>
        </p:nvGrpSpPr>
        <p:grpSpPr>
          <a:xfrm>
            <a:off x="12302028" y="0"/>
            <a:ext cx="155539" cy="1509130"/>
            <a:chOff x="12302028" y="154594"/>
            <a:chExt cx="155539" cy="1509130"/>
          </a:xfrm>
        </p:grpSpPr>
        <p:sp>
          <p:nvSpPr>
            <p:cNvPr id="69" name="Rectangle 188">
              <a:extLst>
                <a:ext uri="{FF2B5EF4-FFF2-40B4-BE49-F238E27FC236}">
                  <a16:creationId xmlns:a16="http://schemas.microsoft.com/office/drawing/2014/main" id="{B2DA834D-AC4F-4537-B21E-F1C6760461B7}"/>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89">
              <a:extLst>
                <a:ext uri="{FF2B5EF4-FFF2-40B4-BE49-F238E27FC236}">
                  <a16:creationId xmlns:a16="http://schemas.microsoft.com/office/drawing/2014/main" id="{9ED487C1-2626-41A6-8002-962CDFC055EC}"/>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0">
              <a:extLst>
                <a:ext uri="{FF2B5EF4-FFF2-40B4-BE49-F238E27FC236}">
                  <a16:creationId xmlns:a16="http://schemas.microsoft.com/office/drawing/2014/main" id="{DDE7CD12-6EB1-4205-AF4F-1EF2905C7602}"/>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1">
              <a:extLst>
                <a:ext uri="{FF2B5EF4-FFF2-40B4-BE49-F238E27FC236}">
                  <a16:creationId xmlns:a16="http://schemas.microsoft.com/office/drawing/2014/main" id="{23E7B8B2-8D7D-4991-96AC-167CB22EDA79}"/>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192">
              <a:extLst>
                <a:ext uri="{FF2B5EF4-FFF2-40B4-BE49-F238E27FC236}">
                  <a16:creationId xmlns:a16="http://schemas.microsoft.com/office/drawing/2014/main" id="{35A8674E-A932-4B7D-9975-84125C40DD04}"/>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1">
              <a:extLst>
                <a:ext uri="{FF2B5EF4-FFF2-40B4-BE49-F238E27FC236}">
                  <a16:creationId xmlns:a16="http://schemas.microsoft.com/office/drawing/2014/main" id="{D28A0050-F0C1-4C8D-9456-D581E558E3F1}"/>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33">
              <a:extLst>
                <a:ext uri="{FF2B5EF4-FFF2-40B4-BE49-F238E27FC236}">
                  <a16:creationId xmlns:a16="http://schemas.microsoft.com/office/drawing/2014/main" id="{0CED7727-6121-4F6F-A3E7-491AAC0B153A}"/>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6" name="Rectangle 192">
              <a:extLst>
                <a:ext uri="{FF2B5EF4-FFF2-40B4-BE49-F238E27FC236}">
                  <a16:creationId xmlns:a16="http://schemas.microsoft.com/office/drawing/2014/main" id="{087C375C-EC2E-4563-A9D9-E1C32B4562E0}"/>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7" name="Group 76">
            <a:extLst>
              <a:ext uri="{FF2B5EF4-FFF2-40B4-BE49-F238E27FC236}">
                <a16:creationId xmlns:a16="http://schemas.microsoft.com/office/drawing/2014/main" id="{E9A5EC11-728A-454E-AF61-7116CE393A4D}"/>
              </a:ext>
            </a:extLst>
          </p:cNvPr>
          <p:cNvGrpSpPr/>
          <p:nvPr userDrawn="1"/>
        </p:nvGrpSpPr>
        <p:grpSpPr>
          <a:xfrm>
            <a:off x="12302028" y="3366188"/>
            <a:ext cx="155539" cy="3491812"/>
            <a:chOff x="12302028" y="3266863"/>
            <a:chExt cx="155539" cy="3491812"/>
          </a:xfrm>
        </p:grpSpPr>
        <p:sp>
          <p:nvSpPr>
            <p:cNvPr id="78" name="Rectangle 174">
              <a:extLst>
                <a:ext uri="{FF2B5EF4-FFF2-40B4-BE49-F238E27FC236}">
                  <a16:creationId xmlns:a16="http://schemas.microsoft.com/office/drawing/2014/main" id="{3B954959-187F-4E15-9652-797222BB1122}"/>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5">
              <a:extLst>
                <a:ext uri="{FF2B5EF4-FFF2-40B4-BE49-F238E27FC236}">
                  <a16:creationId xmlns:a16="http://schemas.microsoft.com/office/drawing/2014/main" id="{C78231BD-474C-4A45-A519-71904704F1C2}"/>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76">
              <a:extLst>
                <a:ext uri="{FF2B5EF4-FFF2-40B4-BE49-F238E27FC236}">
                  <a16:creationId xmlns:a16="http://schemas.microsoft.com/office/drawing/2014/main" id="{7C4F118D-53C3-496E-B2CA-67B772D88A27}"/>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89">
              <a:extLst>
                <a:ext uri="{FF2B5EF4-FFF2-40B4-BE49-F238E27FC236}">
                  <a16:creationId xmlns:a16="http://schemas.microsoft.com/office/drawing/2014/main" id="{939C3E87-323E-4E46-9951-C92A980B2315}"/>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0">
              <a:extLst>
                <a:ext uri="{FF2B5EF4-FFF2-40B4-BE49-F238E27FC236}">
                  <a16:creationId xmlns:a16="http://schemas.microsoft.com/office/drawing/2014/main" id="{864BCECC-5D78-43F0-87CE-95B53EA4C843}"/>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91">
              <a:extLst>
                <a:ext uri="{FF2B5EF4-FFF2-40B4-BE49-F238E27FC236}">
                  <a16:creationId xmlns:a16="http://schemas.microsoft.com/office/drawing/2014/main" id="{923937FC-D5F9-4261-9AC1-582A29444D33}"/>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83">
              <a:extLst>
                <a:ext uri="{FF2B5EF4-FFF2-40B4-BE49-F238E27FC236}">
                  <a16:creationId xmlns:a16="http://schemas.microsoft.com/office/drawing/2014/main" id="{AFA1A6CF-0170-4435-9E3E-B2B74B026A16}"/>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73">
              <a:extLst>
                <a:ext uri="{FF2B5EF4-FFF2-40B4-BE49-F238E27FC236}">
                  <a16:creationId xmlns:a16="http://schemas.microsoft.com/office/drawing/2014/main" id="{BF2DED29-3397-4A04-823D-46CF2270A341}"/>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6">
              <a:extLst>
                <a:ext uri="{FF2B5EF4-FFF2-40B4-BE49-F238E27FC236}">
                  <a16:creationId xmlns:a16="http://schemas.microsoft.com/office/drawing/2014/main" id="{49F94C93-6F36-42B9-97FD-29127C7EA080}"/>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7">
              <a:extLst>
                <a:ext uri="{FF2B5EF4-FFF2-40B4-BE49-F238E27FC236}">
                  <a16:creationId xmlns:a16="http://schemas.microsoft.com/office/drawing/2014/main" id="{9273803E-5A6C-47B6-BC54-853CD546D838}"/>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8">
              <a:extLst>
                <a:ext uri="{FF2B5EF4-FFF2-40B4-BE49-F238E27FC236}">
                  <a16:creationId xmlns:a16="http://schemas.microsoft.com/office/drawing/2014/main" id="{8C46147F-904E-47FD-BB77-CB13FDCFF4BB}"/>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6">
              <a:extLst>
                <a:ext uri="{FF2B5EF4-FFF2-40B4-BE49-F238E27FC236}">
                  <a16:creationId xmlns:a16="http://schemas.microsoft.com/office/drawing/2014/main" id="{ADAC97BE-2C8E-4CCC-BA5D-70660CA32BB1}"/>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7">
              <a:extLst>
                <a:ext uri="{FF2B5EF4-FFF2-40B4-BE49-F238E27FC236}">
                  <a16:creationId xmlns:a16="http://schemas.microsoft.com/office/drawing/2014/main" id="{F103F729-F859-41CA-AEA7-D533AFE17D7B}"/>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58">
              <a:extLst>
                <a:ext uri="{FF2B5EF4-FFF2-40B4-BE49-F238E27FC236}">
                  <a16:creationId xmlns:a16="http://schemas.microsoft.com/office/drawing/2014/main" id="{14867D17-C359-4533-B478-36A2E867CC99}"/>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4">
              <a:extLst>
                <a:ext uri="{FF2B5EF4-FFF2-40B4-BE49-F238E27FC236}">
                  <a16:creationId xmlns:a16="http://schemas.microsoft.com/office/drawing/2014/main" id="{E43A1F70-A0E9-4691-8E9E-CD556CE04213}"/>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5">
              <a:extLst>
                <a:ext uri="{FF2B5EF4-FFF2-40B4-BE49-F238E27FC236}">
                  <a16:creationId xmlns:a16="http://schemas.microsoft.com/office/drawing/2014/main" id="{9FCB2B1C-3237-401D-9412-46CF19102B16}"/>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6">
              <a:extLst>
                <a:ext uri="{FF2B5EF4-FFF2-40B4-BE49-F238E27FC236}">
                  <a16:creationId xmlns:a16="http://schemas.microsoft.com/office/drawing/2014/main" id="{AC986C69-C96D-43E0-8DD3-CAA7B24305AB}"/>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5" name="Rectangle 173">
              <a:extLst>
                <a:ext uri="{FF2B5EF4-FFF2-40B4-BE49-F238E27FC236}">
                  <a16:creationId xmlns:a16="http://schemas.microsoft.com/office/drawing/2014/main" id="{AF4215F6-4CFC-475F-9FEF-A6AFA8B8018D}"/>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6" name="TextBox 95">
            <a:extLst>
              <a:ext uri="{FF2B5EF4-FFF2-40B4-BE49-F238E27FC236}">
                <a16:creationId xmlns:a16="http://schemas.microsoft.com/office/drawing/2014/main" id="{CA50FF61-3D12-4D2E-9EC0-C4339CBE1CEC}"/>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7" name="TextBox 96">
            <a:extLst>
              <a:ext uri="{FF2B5EF4-FFF2-40B4-BE49-F238E27FC236}">
                <a16:creationId xmlns:a16="http://schemas.microsoft.com/office/drawing/2014/main" id="{6B981A2C-1E63-451C-8097-9ADBF611A571}"/>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8" name="TextBox 97">
            <a:extLst>
              <a:ext uri="{FF2B5EF4-FFF2-40B4-BE49-F238E27FC236}">
                <a16:creationId xmlns:a16="http://schemas.microsoft.com/office/drawing/2014/main" id="{F3594C6D-606A-4E37-B7DC-5B38383456DF}"/>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46" name="Graphic 45">
            <a:extLst>
              <a:ext uri="{FF2B5EF4-FFF2-40B4-BE49-F238E27FC236}">
                <a16:creationId xmlns:a16="http://schemas.microsoft.com/office/drawing/2014/main" id="{007BC185-FB8B-4E9A-BF3E-3D8A1F9BCF7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2524208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slide - Gradient image">
    <p:bg>
      <p:bgPr>
        <a:solidFill>
          <a:schemeClr val="l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33539" cy="3599100"/>
          </a:xfrm>
        </p:spPr>
        <p:txBody>
          <a:bodyPr tIns="0" bIns="0" anchor="b"/>
          <a:lstStyle>
            <a:lvl1pPr algn="l">
              <a:lnSpc>
                <a:spcPct val="100000"/>
              </a:lnSpc>
              <a:defRPr sz="3200">
                <a:solidFill>
                  <a:schemeClr val="bg1"/>
                </a:solidFill>
              </a:defRPr>
            </a:lvl1pPr>
          </a:lstStyle>
          <a:p>
            <a:r>
              <a:rPr lang="en-US" noProof="0"/>
              <a:t>Click to edit Master title style</a:t>
            </a:r>
            <a:endParaRPr lang="en-GB" noProof="0"/>
          </a:p>
        </p:txBody>
      </p:sp>
      <p:sp>
        <p:nvSpPr>
          <p:cNvPr id="7" name="imageSlide" hidden="1">
            <a:extLst>
              <a:ext uri="{FF2B5EF4-FFF2-40B4-BE49-F238E27FC236}">
                <a16:creationId xmlns:a16="http://schemas.microsoft.com/office/drawing/2014/main" id="{395EBC25-55CA-4825-B93A-56D13CD93BBC}"/>
              </a:ext>
            </a:extLst>
          </p:cNvPr>
          <p:cNvSpPr/>
          <p:nvPr userDrawn="1"/>
        </p:nvSpPr>
        <p:spPr>
          <a:xfrm>
            <a:off x="995680" y="180796"/>
            <a:ext cx="782320" cy="42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Undertittel 2">
            <a:extLst>
              <a:ext uri="{FF2B5EF4-FFF2-40B4-BE49-F238E27FC236}">
                <a16:creationId xmlns:a16="http://schemas.microsoft.com/office/drawing/2014/main" id="{0135F0DB-93CC-4FD9-B1ED-12AB912C2266}"/>
              </a:ext>
            </a:extLst>
          </p:cNvPr>
          <p:cNvSpPr>
            <a:spLocks noGrp="1"/>
          </p:cNvSpPr>
          <p:nvPr>
            <p:ph type="subTitle" idx="1"/>
          </p:nvPr>
        </p:nvSpPr>
        <p:spPr>
          <a:xfrm>
            <a:off x="694800" y="4473574"/>
            <a:ext cx="5335200" cy="1221625"/>
          </a:xfrm>
        </p:spPr>
        <p:txBody>
          <a:bodyPr/>
          <a:lstStyle>
            <a:lvl1pPr marL="0" indent="0" algn="l">
              <a:spcBef>
                <a:spcPts val="0"/>
              </a:spcBef>
              <a:spcAft>
                <a:spcPts val="0"/>
              </a:spcAft>
              <a:buNone/>
              <a:defRPr sz="18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grpSp>
        <p:nvGrpSpPr>
          <p:cNvPr id="33" name="Group 32">
            <a:extLst>
              <a:ext uri="{FF2B5EF4-FFF2-40B4-BE49-F238E27FC236}">
                <a16:creationId xmlns:a16="http://schemas.microsoft.com/office/drawing/2014/main" id="{F0D2275F-39F4-4B95-AF22-12D54B73907D}"/>
              </a:ext>
            </a:extLst>
          </p:cNvPr>
          <p:cNvGrpSpPr/>
          <p:nvPr userDrawn="1"/>
        </p:nvGrpSpPr>
        <p:grpSpPr>
          <a:xfrm>
            <a:off x="12302028" y="1854300"/>
            <a:ext cx="155539" cy="1166719"/>
            <a:chOff x="12302028" y="1799637"/>
            <a:chExt cx="155539" cy="1166719"/>
          </a:xfrm>
        </p:grpSpPr>
        <p:sp>
          <p:nvSpPr>
            <p:cNvPr id="34" name="Rectangle 156">
              <a:extLst>
                <a:ext uri="{FF2B5EF4-FFF2-40B4-BE49-F238E27FC236}">
                  <a16:creationId xmlns:a16="http://schemas.microsoft.com/office/drawing/2014/main" id="{3AEAEB93-9BA7-4C78-B31B-0A216B8CC599}"/>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7">
              <a:extLst>
                <a:ext uri="{FF2B5EF4-FFF2-40B4-BE49-F238E27FC236}">
                  <a16:creationId xmlns:a16="http://schemas.microsoft.com/office/drawing/2014/main" id="{5468231A-FEEA-4FBC-98B1-72A4C27B2B06}"/>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58">
              <a:extLst>
                <a:ext uri="{FF2B5EF4-FFF2-40B4-BE49-F238E27FC236}">
                  <a16:creationId xmlns:a16="http://schemas.microsoft.com/office/drawing/2014/main" id="{22DEB97E-446A-4A6D-8E2D-29A5981F3682}"/>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73">
              <a:extLst>
                <a:ext uri="{FF2B5EF4-FFF2-40B4-BE49-F238E27FC236}">
                  <a16:creationId xmlns:a16="http://schemas.microsoft.com/office/drawing/2014/main" id="{C0EAC5AC-E7A1-47E1-AAAD-CF4423ED0629}"/>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183">
              <a:extLst>
                <a:ext uri="{FF2B5EF4-FFF2-40B4-BE49-F238E27FC236}">
                  <a16:creationId xmlns:a16="http://schemas.microsoft.com/office/drawing/2014/main" id="{E4F4A830-CC33-41F5-B3E3-60B92943F55A}"/>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7" name="Rectangle 200">
              <a:extLst>
                <a:ext uri="{FF2B5EF4-FFF2-40B4-BE49-F238E27FC236}">
                  <a16:creationId xmlns:a16="http://schemas.microsoft.com/office/drawing/2014/main" id="{C03FED14-652A-4128-8477-3EE12EAC6D0A}"/>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8" name="Group 67">
            <a:extLst>
              <a:ext uri="{FF2B5EF4-FFF2-40B4-BE49-F238E27FC236}">
                <a16:creationId xmlns:a16="http://schemas.microsoft.com/office/drawing/2014/main" id="{A5C317EB-28D5-460C-9A8B-75971CBBEA82}"/>
              </a:ext>
            </a:extLst>
          </p:cNvPr>
          <p:cNvGrpSpPr/>
          <p:nvPr userDrawn="1"/>
        </p:nvGrpSpPr>
        <p:grpSpPr>
          <a:xfrm>
            <a:off x="12302028" y="0"/>
            <a:ext cx="155539" cy="1509130"/>
            <a:chOff x="12302028" y="154594"/>
            <a:chExt cx="155539" cy="1509130"/>
          </a:xfrm>
        </p:grpSpPr>
        <p:sp>
          <p:nvSpPr>
            <p:cNvPr id="69" name="Rectangle 188">
              <a:extLst>
                <a:ext uri="{FF2B5EF4-FFF2-40B4-BE49-F238E27FC236}">
                  <a16:creationId xmlns:a16="http://schemas.microsoft.com/office/drawing/2014/main" id="{46D1E0EC-0DAC-48D3-957E-5BCB80B67BF2}"/>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89">
              <a:extLst>
                <a:ext uri="{FF2B5EF4-FFF2-40B4-BE49-F238E27FC236}">
                  <a16:creationId xmlns:a16="http://schemas.microsoft.com/office/drawing/2014/main" id="{A435266A-039F-43C2-A101-364BFDEA1F61}"/>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0">
              <a:extLst>
                <a:ext uri="{FF2B5EF4-FFF2-40B4-BE49-F238E27FC236}">
                  <a16:creationId xmlns:a16="http://schemas.microsoft.com/office/drawing/2014/main" id="{54005618-7750-4E8A-B06E-8334394EC1A8}"/>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1">
              <a:extLst>
                <a:ext uri="{FF2B5EF4-FFF2-40B4-BE49-F238E27FC236}">
                  <a16:creationId xmlns:a16="http://schemas.microsoft.com/office/drawing/2014/main" id="{E290F7FC-9DA2-4115-8116-14757B898344}"/>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192">
              <a:extLst>
                <a:ext uri="{FF2B5EF4-FFF2-40B4-BE49-F238E27FC236}">
                  <a16:creationId xmlns:a16="http://schemas.microsoft.com/office/drawing/2014/main" id="{B83DC1A6-8254-46C7-A859-A1B85066ED61}"/>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1">
              <a:extLst>
                <a:ext uri="{FF2B5EF4-FFF2-40B4-BE49-F238E27FC236}">
                  <a16:creationId xmlns:a16="http://schemas.microsoft.com/office/drawing/2014/main" id="{95E22D5E-28B8-4FE2-9A4F-EF34A1781EEE}"/>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33">
              <a:extLst>
                <a:ext uri="{FF2B5EF4-FFF2-40B4-BE49-F238E27FC236}">
                  <a16:creationId xmlns:a16="http://schemas.microsoft.com/office/drawing/2014/main" id="{8700D072-0287-48FF-9960-DB5C2458B891}"/>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6" name="Rectangle 192">
              <a:extLst>
                <a:ext uri="{FF2B5EF4-FFF2-40B4-BE49-F238E27FC236}">
                  <a16:creationId xmlns:a16="http://schemas.microsoft.com/office/drawing/2014/main" id="{6FF318F5-9EFD-4BFF-BAB2-535E979623F1}"/>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7" name="Group 76">
            <a:extLst>
              <a:ext uri="{FF2B5EF4-FFF2-40B4-BE49-F238E27FC236}">
                <a16:creationId xmlns:a16="http://schemas.microsoft.com/office/drawing/2014/main" id="{F69A18D2-381C-47AC-9302-935A8493FB34}"/>
              </a:ext>
            </a:extLst>
          </p:cNvPr>
          <p:cNvGrpSpPr/>
          <p:nvPr userDrawn="1"/>
        </p:nvGrpSpPr>
        <p:grpSpPr>
          <a:xfrm>
            <a:off x="12302028" y="3366188"/>
            <a:ext cx="155539" cy="3491812"/>
            <a:chOff x="12302028" y="3266863"/>
            <a:chExt cx="155539" cy="3491812"/>
          </a:xfrm>
        </p:grpSpPr>
        <p:sp>
          <p:nvSpPr>
            <p:cNvPr id="78" name="Rectangle 174">
              <a:extLst>
                <a:ext uri="{FF2B5EF4-FFF2-40B4-BE49-F238E27FC236}">
                  <a16:creationId xmlns:a16="http://schemas.microsoft.com/office/drawing/2014/main" id="{5439B470-D138-48DB-A7A1-5B9AF2FCCD8F}"/>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5">
              <a:extLst>
                <a:ext uri="{FF2B5EF4-FFF2-40B4-BE49-F238E27FC236}">
                  <a16:creationId xmlns:a16="http://schemas.microsoft.com/office/drawing/2014/main" id="{49384A2D-319E-49E1-85D5-8016AB868B67}"/>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76">
              <a:extLst>
                <a:ext uri="{FF2B5EF4-FFF2-40B4-BE49-F238E27FC236}">
                  <a16:creationId xmlns:a16="http://schemas.microsoft.com/office/drawing/2014/main" id="{B9436A55-FEBE-4AE4-AF74-5BC0AF9FF4A7}"/>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89">
              <a:extLst>
                <a:ext uri="{FF2B5EF4-FFF2-40B4-BE49-F238E27FC236}">
                  <a16:creationId xmlns:a16="http://schemas.microsoft.com/office/drawing/2014/main" id="{1CB06F2D-9C90-443F-B708-060604CBABF4}"/>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0">
              <a:extLst>
                <a:ext uri="{FF2B5EF4-FFF2-40B4-BE49-F238E27FC236}">
                  <a16:creationId xmlns:a16="http://schemas.microsoft.com/office/drawing/2014/main" id="{72649AD1-5C60-4146-9735-169714924BC4}"/>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91">
              <a:extLst>
                <a:ext uri="{FF2B5EF4-FFF2-40B4-BE49-F238E27FC236}">
                  <a16:creationId xmlns:a16="http://schemas.microsoft.com/office/drawing/2014/main" id="{CACF09E4-0BC4-4FC8-9EC8-D3D2492F871B}"/>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83">
              <a:extLst>
                <a:ext uri="{FF2B5EF4-FFF2-40B4-BE49-F238E27FC236}">
                  <a16:creationId xmlns:a16="http://schemas.microsoft.com/office/drawing/2014/main" id="{78D8F61B-EF94-493F-9422-2F321CA5FB70}"/>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73">
              <a:extLst>
                <a:ext uri="{FF2B5EF4-FFF2-40B4-BE49-F238E27FC236}">
                  <a16:creationId xmlns:a16="http://schemas.microsoft.com/office/drawing/2014/main" id="{6E43B82A-5783-4F0E-8A4D-BD9235A08770}"/>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6">
              <a:extLst>
                <a:ext uri="{FF2B5EF4-FFF2-40B4-BE49-F238E27FC236}">
                  <a16:creationId xmlns:a16="http://schemas.microsoft.com/office/drawing/2014/main" id="{EF64B3E1-E592-48E3-B550-E116C255B677}"/>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7">
              <a:extLst>
                <a:ext uri="{FF2B5EF4-FFF2-40B4-BE49-F238E27FC236}">
                  <a16:creationId xmlns:a16="http://schemas.microsoft.com/office/drawing/2014/main" id="{EC7B85B5-658D-41F5-8C92-D6E8B5ADBAB3}"/>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8">
              <a:extLst>
                <a:ext uri="{FF2B5EF4-FFF2-40B4-BE49-F238E27FC236}">
                  <a16:creationId xmlns:a16="http://schemas.microsoft.com/office/drawing/2014/main" id="{53C279DB-43DC-4E15-BB7E-C8D50D714BBE}"/>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6">
              <a:extLst>
                <a:ext uri="{FF2B5EF4-FFF2-40B4-BE49-F238E27FC236}">
                  <a16:creationId xmlns:a16="http://schemas.microsoft.com/office/drawing/2014/main" id="{BA1D59D4-01D2-48DA-ACB3-9D2A3290F9A6}"/>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7">
              <a:extLst>
                <a:ext uri="{FF2B5EF4-FFF2-40B4-BE49-F238E27FC236}">
                  <a16:creationId xmlns:a16="http://schemas.microsoft.com/office/drawing/2014/main" id="{2ED7606B-110A-446D-B310-04017431CF1C}"/>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58">
              <a:extLst>
                <a:ext uri="{FF2B5EF4-FFF2-40B4-BE49-F238E27FC236}">
                  <a16:creationId xmlns:a16="http://schemas.microsoft.com/office/drawing/2014/main" id="{02A26796-9AE4-43FD-BAD2-E27902840B4C}"/>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4">
              <a:extLst>
                <a:ext uri="{FF2B5EF4-FFF2-40B4-BE49-F238E27FC236}">
                  <a16:creationId xmlns:a16="http://schemas.microsoft.com/office/drawing/2014/main" id="{F3DA9088-66D8-43DE-A086-653D55C3B7E8}"/>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5">
              <a:extLst>
                <a:ext uri="{FF2B5EF4-FFF2-40B4-BE49-F238E27FC236}">
                  <a16:creationId xmlns:a16="http://schemas.microsoft.com/office/drawing/2014/main" id="{7040F7E1-F826-4CBD-8989-312D18A7BBFC}"/>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6">
              <a:extLst>
                <a:ext uri="{FF2B5EF4-FFF2-40B4-BE49-F238E27FC236}">
                  <a16:creationId xmlns:a16="http://schemas.microsoft.com/office/drawing/2014/main" id="{DCB978DF-2906-435F-8D35-AAFA32B763EB}"/>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5" name="Rectangle 173">
              <a:extLst>
                <a:ext uri="{FF2B5EF4-FFF2-40B4-BE49-F238E27FC236}">
                  <a16:creationId xmlns:a16="http://schemas.microsoft.com/office/drawing/2014/main" id="{682DCD6B-CD04-4B96-89B6-E5A0D24ACAC1}"/>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6" name="TextBox 95">
            <a:extLst>
              <a:ext uri="{FF2B5EF4-FFF2-40B4-BE49-F238E27FC236}">
                <a16:creationId xmlns:a16="http://schemas.microsoft.com/office/drawing/2014/main" id="{1F0C1741-71CC-4785-86CB-CD991DBAFA60}"/>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7" name="TextBox 96">
            <a:extLst>
              <a:ext uri="{FF2B5EF4-FFF2-40B4-BE49-F238E27FC236}">
                <a16:creationId xmlns:a16="http://schemas.microsoft.com/office/drawing/2014/main" id="{56C2BB98-66B1-403D-9CE4-194D54C102C2}"/>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8" name="TextBox 97">
            <a:extLst>
              <a:ext uri="{FF2B5EF4-FFF2-40B4-BE49-F238E27FC236}">
                <a16:creationId xmlns:a16="http://schemas.microsoft.com/office/drawing/2014/main" id="{6EAD78AB-C9C4-4599-A4A6-D7B998000672}"/>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46" name="Graphic 45">
            <a:extLst>
              <a:ext uri="{FF2B5EF4-FFF2-40B4-BE49-F238E27FC236}">
                <a16:creationId xmlns:a16="http://schemas.microsoft.com/office/drawing/2014/main" id="{A88E7F6F-F081-4C9B-9899-41F1BCDD073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6636006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One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04056-C69C-4FBC-AE58-E44496D28FA2}"/>
              </a:ext>
            </a:extLst>
          </p:cNvPr>
          <p:cNvSpPr>
            <a:spLocks noGrp="1"/>
          </p:cNvSpPr>
          <p:nvPr>
            <p:ph type="title"/>
          </p:nvPr>
        </p:nvSpPr>
        <p:spPr>
          <a:xfrm>
            <a:off x="695325" y="800100"/>
            <a:ext cx="10801350" cy="1152525"/>
          </a:xfrm>
        </p:spPr>
        <p:txBody>
          <a:bodyPr anchor="t"/>
          <a:lstStyle/>
          <a:p>
            <a:r>
              <a:rPr lang="en-US" noProof="0"/>
              <a:t>Click to edit Master title style</a:t>
            </a:r>
            <a:endParaRPr lang="en-GB" noProof="0"/>
          </a:p>
        </p:txBody>
      </p:sp>
      <p:sp>
        <p:nvSpPr>
          <p:cNvPr id="3" name="Content Placeholder 2">
            <a:extLst>
              <a:ext uri="{FF2B5EF4-FFF2-40B4-BE49-F238E27FC236}">
                <a16:creationId xmlns:a16="http://schemas.microsoft.com/office/drawing/2014/main" id="{69FFE683-C623-4C3E-8A1E-D0CBFFA36A69}"/>
              </a:ext>
            </a:extLst>
          </p:cNvPr>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8" name="Straight Connector 7">
            <a:extLst>
              <a:ext uri="{FF2B5EF4-FFF2-40B4-BE49-F238E27FC236}">
                <a16:creationId xmlns:a16="http://schemas.microsoft.com/office/drawing/2014/main" id="{FB947B7D-D288-4B86-BBDA-0325B4887916}"/>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9" name="Slide Number Placeholder 19">
            <a:extLst>
              <a:ext uri="{FF2B5EF4-FFF2-40B4-BE49-F238E27FC236}">
                <a16:creationId xmlns:a16="http://schemas.microsoft.com/office/drawing/2014/main" id="{50A219CA-56C7-4FC0-AF3C-443253982630}"/>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Tree>
    <p:extLst>
      <p:ext uri="{BB962C8B-B14F-4D97-AF65-F5344CB8AC3E}">
        <p14:creationId xmlns:p14="http://schemas.microsoft.com/office/powerpoint/2010/main" val="15726274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F340-8562-4337-AC99-60EBFF7D663B}"/>
              </a:ext>
            </a:extLst>
          </p:cNvPr>
          <p:cNvSpPr>
            <a:spLocks noGrp="1"/>
          </p:cNvSpPr>
          <p:nvPr>
            <p:ph type="title"/>
          </p:nvPr>
        </p:nvSpPr>
        <p:spPr/>
        <p:txBody>
          <a:bodyPr anchor="t"/>
          <a:lstStyle/>
          <a:p>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23CEEBF-586D-454D-88EE-A658145444B2}"/>
              </a:ext>
            </a:extLst>
          </p:cNvPr>
          <p:cNvSpPr>
            <a:spLocks noGrp="1"/>
          </p:cNvSpPr>
          <p:nvPr>
            <p:ph sz="half" idx="1"/>
          </p:nvPr>
        </p:nvSpPr>
        <p:spPr>
          <a:xfrm>
            <a:off x="695325" y="2023453"/>
            <a:ext cx="5364163" cy="4216127"/>
          </a:xfrm>
        </p:spPr>
        <p:txBody>
          <a:bodyPr rIns="18000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Content Placeholder 3">
            <a:extLst>
              <a:ext uri="{FF2B5EF4-FFF2-40B4-BE49-F238E27FC236}">
                <a16:creationId xmlns:a16="http://schemas.microsoft.com/office/drawing/2014/main" id="{7C9542C3-B055-4FCA-9F98-B79594662E29}"/>
              </a:ext>
            </a:extLst>
          </p:cNvPr>
          <p:cNvSpPr>
            <a:spLocks noGrp="1"/>
          </p:cNvSpPr>
          <p:nvPr>
            <p:ph sz="half" idx="2"/>
          </p:nvPr>
        </p:nvSpPr>
        <p:spPr>
          <a:xfrm>
            <a:off x="6132513" y="2023453"/>
            <a:ext cx="5364161" cy="4216127"/>
          </a:xfrm>
        </p:spPr>
        <p:txBody>
          <a:bodyPr lIns="18000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21" name="Straight Connector 20">
            <a:extLst>
              <a:ext uri="{FF2B5EF4-FFF2-40B4-BE49-F238E27FC236}">
                <a16:creationId xmlns:a16="http://schemas.microsoft.com/office/drawing/2014/main" id="{2CCC49FA-71F7-4CDF-ABE5-B447D9F8F156}"/>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9" name="Slide Number Placeholder 19">
            <a:extLst>
              <a:ext uri="{FF2B5EF4-FFF2-40B4-BE49-F238E27FC236}">
                <a16:creationId xmlns:a16="http://schemas.microsoft.com/office/drawing/2014/main" id="{58A78EE1-E17C-46F7-8814-5155A1C7169D}"/>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Tree>
    <p:extLst>
      <p:ext uri="{BB962C8B-B14F-4D97-AF65-F5344CB8AC3E}">
        <p14:creationId xmlns:p14="http://schemas.microsoft.com/office/powerpoint/2010/main" val="39430359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F340-8562-4337-AC99-60EBFF7D663B}"/>
              </a:ext>
            </a:extLst>
          </p:cNvPr>
          <p:cNvSpPr>
            <a:spLocks noGrp="1"/>
          </p:cNvSpPr>
          <p:nvPr>
            <p:ph type="title"/>
          </p:nvPr>
        </p:nvSpPr>
        <p:spPr/>
        <p:txBody>
          <a:bodyPr anchor="t"/>
          <a:lstStyle/>
          <a:p>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23CEEBF-586D-454D-88EE-A658145444B2}"/>
              </a:ext>
            </a:extLst>
          </p:cNvPr>
          <p:cNvSpPr>
            <a:spLocks noGrp="1"/>
          </p:cNvSpPr>
          <p:nvPr>
            <p:ph sz="half" idx="1"/>
          </p:nvPr>
        </p:nvSpPr>
        <p:spPr>
          <a:xfrm>
            <a:off x="695325" y="2023453"/>
            <a:ext cx="3552825" cy="4216127"/>
          </a:xfrm>
        </p:spPr>
        <p:txBody>
          <a:bodyPr rIns="14400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Content Placeholder 3">
            <a:extLst>
              <a:ext uri="{FF2B5EF4-FFF2-40B4-BE49-F238E27FC236}">
                <a16:creationId xmlns:a16="http://schemas.microsoft.com/office/drawing/2014/main" id="{7C9542C3-B055-4FCA-9F98-B79594662E29}"/>
              </a:ext>
            </a:extLst>
          </p:cNvPr>
          <p:cNvSpPr>
            <a:spLocks noGrp="1"/>
          </p:cNvSpPr>
          <p:nvPr>
            <p:ph sz="half" idx="2"/>
          </p:nvPr>
        </p:nvSpPr>
        <p:spPr>
          <a:xfrm>
            <a:off x="7943850" y="2023453"/>
            <a:ext cx="3552824" cy="4216127"/>
          </a:xfrm>
        </p:spPr>
        <p:txBody>
          <a:bodyPr lIns="14400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0" name="Content Placeholder 9">
            <a:extLst>
              <a:ext uri="{FF2B5EF4-FFF2-40B4-BE49-F238E27FC236}">
                <a16:creationId xmlns:a16="http://schemas.microsoft.com/office/drawing/2014/main" id="{6AB9CE00-B409-4DCF-A8B0-07E48E598F5B}"/>
              </a:ext>
            </a:extLst>
          </p:cNvPr>
          <p:cNvSpPr>
            <a:spLocks noGrp="1"/>
          </p:cNvSpPr>
          <p:nvPr>
            <p:ph sz="quarter" idx="13"/>
          </p:nvPr>
        </p:nvSpPr>
        <p:spPr>
          <a:xfrm>
            <a:off x="4321175" y="2023453"/>
            <a:ext cx="3538538" cy="4216127"/>
          </a:xfrm>
        </p:spPr>
        <p:txBody>
          <a:bodyPr lIns="72000" rIns="7200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21" name="Straight Connector 20">
            <a:extLst>
              <a:ext uri="{FF2B5EF4-FFF2-40B4-BE49-F238E27FC236}">
                <a16:creationId xmlns:a16="http://schemas.microsoft.com/office/drawing/2014/main" id="{73C00FD3-6F20-4FE5-8C18-5101DA4956EE}"/>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11" name="Slide Number Placeholder 19">
            <a:extLst>
              <a:ext uri="{FF2B5EF4-FFF2-40B4-BE49-F238E27FC236}">
                <a16:creationId xmlns:a16="http://schemas.microsoft.com/office/drawing/2014/main" id="{3EAACCE9-428D-4665-9135-ACC3F08D070F}"/>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Tree>
    <p:extLst>
      <p:ext uri="{BB962C8B-B14F-4D97-AF65-F5344CB8AC3E}">
        <p14:creationId xmlns:p14="http://schemas.microsoft.com/office/powerpoint/2010/main" val="2506373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column content w subtitl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B17FA0E-AA13-4C42-8188-620374EFB3E0}"/>
              </a:ext>
            </a:extLst>
          </p:cNvPr>
          <p:cNvSpPr>
            <a:spLocks noGrp="1"/>
          </p:cNvSpPr>
          <p:nvPr>
            <p:ph type="title"/>
          </p:nvPr>
        </p:nvSpPr>
        <p:spPr/>
        <p:txBody>
          <a:bodyPr/>
          <a:lstStyle/>
          <a:p>
            <a:r>
              <a:rPr lang="en-US" noProof="0"/>
              <a:t>Click to edit Master title style</a:t>
            </a:r>
            <a:endParaRPr lang="en-GB" noProof="0"/>
          </a:p>
        </p:txBody>
      </p:sp>
      <p:sp>
        <p:nvSpPr>
          <p:cNvPr id="3" name="Plassholder for lysbildenummer 2">
            <a:extLst>
              <a:ext uri="{FF2B5EF4-FFF2-40B4-BE49-F238E27FC236}">
                <a16:creationId xmlns:a16="http://schemas.microsoft.com/office/drawing/2014/main" id="{543011A7-1579-467E-9777-CBD2ED66A949}"/>
              </a:ext>
            </a:extLst>
          </p:cNvPr>
          <p:cNvSpPr>
            <a:spLocks noGrp="1"/>
          </p:cNvSpPr>
          <p:nvPr>
            <p:ph type="sldNum" sz="quarter" idx="10"/>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13" name="Straight Connector 20">
            <a:extLst>
              <a:ext uri="{FF2B5EF4-FFF2-40B4-BE49-F238E27FC236}">
                <a16:creationId xmlns:a16="http://schemas.microsoft.com/office/drawing/2014/main" id="{54CF3EFF-B0B9-46D3-AD03-4CED9D5EB5E5}"/>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14" name="Plassholder for tekst 8">
            <a:extLst>
              <a:ext uri="{FF2B5EF4-FFF2-40B4-BE49-F238E27FC236}">
                <a16:creationId xmlns:a16="http://schemas.microsoft.com/office/drawing/2014/main" id="{8E74CE31-3457-4C54-9AC4-603EA7DF5777}"/>
              </a:ext>
            </a:extLst>
          </p:cNvPr>
          <p:cNvSpPr>
            <a:spLocks noGrp="1"/>
          </p:cNvSpPr>
          <p:nvPr>
            <p:ph type="body" sz="quarter" idx="17"/>
          </p:nvPr>
        </p:nvSpPr>
        <p:spPr>
          <a:xfrm>
            <a:off x="695324" y="2642836"/>
            <a:ext cx="3552825" cy="3594779"/>
          </a:xfrm>
        </p:spPr>
        <p:txBody>
          <a:bodyPr rIns="144000"/>
          <a:lstStyle>
            <a:lvl1pPr>
              <a:defRPr sz="1400"/>
            </a:lvl1pPr>
            <a:lvl2pPr>
              <a:defRPr sz="14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6" name="Plassholder for tekst 8">
            <a:extLst>
              <a:ext uri="{FF2B5EF4-FFF2-40B4-BE49-F238E27FC236}">
                <a16:creationId xmlns:a16="http://schemas.microsoft.com/office/drawing/2014/main" id="{007297FB-DFA9-41BB-AD98-EF67B10AFA8D}"/>
              </a:ext>
            </a:extLst>
          </p:cNvPr>
          <p:cNvSpPr>
            <a:spLocks noGrp="1"/>
          </p:cNvSpPr>
          <p:nvPr>
            <p:ph type="body" sz="quarter" idx="18"/>
          </p:nvPr>
        </p:nvSpPr>
        <p:spPr>
          <a:xfrm>
            <a:off x="4321175" y="2642836"/>
            <a:ext cx="3538538" cy="3594779"/>
          </a:xfrm>
        </p:spPr>
        <p:txBody>
          <a:bodyPr lIns="72000" rIns="72000"/>
          <a:lstStyle>
            <a:lvl1pPr>
              <a:defRPr sz="1400"/>
            </a:lvl1pPr>
            <a:lvl2pPr>
              <a:defRPr sz="14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8" name="Plassholder for tekst 8">
            <a:extLst>
              <a:ext uri="{FF2B5EF4-FFF2-40B4-BE49-F238E27FC236}">
                <a16:creationId xmlns:a16="http://schemas.microsoft.com/office/drawing/2014/main" id="{3886D0C4-44B7-49C8-9434-C6C25F9E0286}"/>
              </a:ext>
            </a:extLst>
          </p:cNvPr>
          <p:cNvSpPr>
            <a:spLocks noGrp="1"/>
          </p:cNvSpPr>
          <p:nvPr>
            <p:ph type="body" sz="quarter" idx="19"/>
          </p:nvPr>
        </p:nvSpPr>
        <p:spPr>
          <a:xfrm>
            <a:off x="7943849" y="2642835"/>
            <a:ext cx="3552825" cy="3594779"/>
          </a:xfrm>
        </p:spPr>
        <p:txBody>
          <a:bodyPr lIns="144000" rIns="0"/>
          <a:lstStyle>
            <a:lvl1pPr>
              <a:defRPr sz="1400"/>
            </a:lvl1pPr>
            <a:lvl2pPr>
              <a:defRPr sz="14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0" name="Plassholder for tekst 18">
            <a:extLst>
              <a:ext uri="{FF2B5EF4-FFF2-40B4-BE49-F238E27FC236}">
                <a16:creationId xmlns:a16="http://schemas.microsoft.com/office/drawing/2014/main" id="{DBFAF301-F8FD-4231-A63B-9F6E3A9ED215}"/>
              </a:ext>
            </a:extLst>
          </p:cNvPr>
          <p:cNvSpPr>
            <a:spLocks noGrp="1"/>
          </p:cNvSpPr>
          <p:nvPr>
            <p:ph type="body" sz="quarter" idx="20"/>
          </p:nvPr>
        </p:nvSpPr>
        <p:spPr>
          <a:xfrm>
            <a:off x="691775" y="2023519"/>
            <a:ext cx="3553200" cy="529200"/>
          </a:xfrm>
        </p:spPr>
        <p:txBody>
          <a:bodyPr rIns="144000" anchor="ctr"/>
          <a:lstStyle>
            <a:lvl1pPr marL="0" indent="0">
              <a:buNone/>
              <a:defRPr>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21" name="Plassholder for tekst 18">
            <a:extLst>
              <a:ext uri="{FF2B5EF4-FFF2-40B4-BE49-F238E27FC236}">
                <a16:creationId xmlns:a16="http://schemas.microsoft.com/office/drawing/2014/main" id="{1D294CE1-173D-46A6-8782-22CC552D7500}"/>
              </a:ext>
            </a:extLst>
          </p:cNvPr>
          <p:cNvSpPr>
            <a:spLocks noGrp="1"/>
          </p:cNvSpPr>
          <p:nvPr>
            <p:ph type="body" sz="quarter" idx="21"/>
          </p:nvPr>
        </p:nvSpPr>
        <p:spPr>
          <a:xfrm>
            <a:off x="4321175" y="2023519"/>
            <a:ext cx="3538912" cy="529200"/>
          </a:xfrm>
        </p:spPr>
        <p:txBody>
          <a:bodyPr lIns="72000" rIns="72000" anchor="ctr"/>
          <a:lstStyle>
            <a:lvl1pPr marL="0" indent="0">
              <a:buNone/>
              <a:defRPr>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22" name="Plassholder for tekst 18">
            <a:extLst>
              <a:ext uri="{FF2B5EF4-FFF2-40B4-BE49-F238E27FC236}">
                <a16:creationId xmlns:a16="http://schemas.microsoft.com/office/drawing/2014/main" id="{C0C9451C-6A50-40CA-A503-0AE05FF0FDA5}"/>
              </a:ext>
            </a:extLst>
          </p:cNvPr>
          <p:cNvSpPr>
            <a:spLocks noGrp="1"/>
          </p:cNvSpPr>
          <p:nvPr>
            <p:ph type="body" sz="quarter" idx="22"/>
          </p:nvPr>
        </p:nvSpPr>
        <p:spPr>
          <a:xfrm>
            <a:off x="7943849" y="2023519"/>
            <a:ext cx="3553200" cy="529200"/>
          </a:xfrm>
        </p:spPr>
        <p:txBody>
          <a:bodyPr lIns="144000" anchor="ctr"/>
          <a:lstStyle>
            <a:lvl1pPr marL="0" indent="0">
              <a:buNone/>
              <a:defRPr>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Tree>
    <p:extLst>
      <p:ext uri="{BB962C8B-B14F-4D97-AF65-F5344CB8AC3E}">
        <p14:creationId xmlns:p14="http://schemas.microsoft.com/office/powerpoint/2010/main" val="285941493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eft column content ">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44D30790-6A03-42E4-B5B4-C7E323661346}"/>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p:nvPr>
        </p:nvSpPr>
        <p:spPr>
          <a:xfrm>
            <a:off x="695324" y="2636838"/>
            <a:ext cx="2646363" cy="3600448"/>
          </a:xfrm>
        </p:spPr>
        <p:txBody>
          <a:bodyPr rIns="180000"/>
          <a:lstStyle>
            <a:lvl1pPr marL="0" indent="0">
              <a:buNone/>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800099"/>
            <a:ext cx="2646362" cy="1764000"/>
          </a:xfrm>
        </p:spPr>
        <p:txBody>
          <a:bodyPr rIns="180000" bIns="180000" anchor="b"/>
          <a:lstStyle/>
          <a:p>
            <a:r>
              <a:rPr lang="en-US" noProof="0"/>
              <a:t>Click to edit Master title style</a:t>
            </a:r>
            <a:endParaRPr lang="en-GB" noProof="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3413126" y="800099"/>
            <a:ext cx="8083549" cy="5437188"/>
          </a:xfrm>
          <a:prstGeom prst="rect">
            <a:avLst/>
          </a:prstGeom>
        </p:spPr>
        <p:txBody>
          <a:bodyPr lIns="180000" tIns="0" rIns="0" bIns="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35622432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Wide image w content bel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8326F-7ADC-4CFA-A21A-595F3F82C21D}"/>
              </a:ext>
            </a:extLst>
          </p:cNvPr>
          <p:cNvSpPr>
            <a:spLocks noGrp="1"/>
          </p:cNvSpPr>
          <p:nvPr>
            <p:ph type="title"/>
          </p:nvPr>
        </p:nvSpPr>
        <p:spPr>
          <a:xfrm>
            <a:off x="695325" y="3867846"/>
            <a:ext cx="2646364" cy="2369441"/>
          </a:xfrm>
        </p:spPr>
        <p:txBody>
          <a:bodyPr tIns="180000" rIns="180000" anchor="t"/>
          <a:lstStyle>
            <a:lvl1pPr>
              <a:lnSpc>
                <a:spcPct val="100000"/>
              </a:lnSpc>
              <a:defRPr sz="2400"/>
            </a:lvl1pPr>
          </a:lstStyle>
          <a:p>
            <a:r>
              <a:rPr lang="en-US" noProof="0"/>
              <a:t>Click to edit Master title style</a:t>
            </a:r>
            <a:endParaRPr lang="en-GB" noProof="0"/>
          </a:p>
        </p:txBody>
      </p:sp>
      <p:sp>
        <p:nvSpPr>
          <p:cNvPr id="3" name="Picture Placeholder 2">
            <a:extLst>
              <a:ext uri="{FF2B5EF4-FFF2-40B4-BE49-F238E27FC236}">
                <a16:creationId xmlns:a16="http://schemas.microsoft.com/office/drawing/2014/main" id="{AEFD93E6-D8FD-41B3-ADA5-A3DE5E502876}"/>
              </a:ext>
            </a:extLst>
          </p:cNvPr>
          <p:cNvSpPr>
            <a:spLocks noGrp="1"/>
          </p:cNvSpPr>
          <p:nvPr>
            <p:ph type="pic" idx="1"/>
          </p:nvPr>
        </p:nvSpPr>
        <p:spPr>
          <a:xfrm>
            <a:off x="695324" y="800100"/>
            <a:ext cx="10801350" cy="2987707"/>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GB" noProof="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p:nvPr>
        </p:nvSpPr>
        <p:spPr>
          <a:xfrm>
            <a:off x="3413125" y="3867846"/>
            <a:ext cx="8083550" cy="2369441"/>
          </a:xfrm>
        </p:spPr>
        <p:txBody>
          <a:bodyPr lIns="180000" tIns="288000" r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cxnSp>
        <p:nvCxnSpPr>
          <p:cNvPr id="16" name="Straight Connector 15">
            <a:extLst>
              <a:ext uri="{FF2B5EF4-FFF2-40B4-BE49-F238E27FC236}">
                <a16:creationId xmlns:a16="http://schemas.microsoft.com/office/drawing/2014/main" id="{5D904E5A-6BF9-46B0-9910-7ACB3AFCB9E6}"/>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9" name="Slide Number Placeholder 19">
            <a:extLst>
              <a:ext uri="{FF2B5EF4-FFF2-40B4-BE49-F238E27FC236}">
                <a16:creationId xmlns:a16="http://schemas.microsoft.com/office/drawing/2014/main" id="{05DF783A-B52F-42AD-A2BE-6C3FD3EF3FA6}"/>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Tree>
    <p:extLst>
      <p:ext uri="{BB962C8B-B14F-4D97-AF65-F5344CB8AC3E}">
        <p14:creationId xmlns:p14="http://schemas.microsoft.com/office/powerpoint/2010/main" val="19897602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Right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8326F-7ADC-4CFA-A21A-595F3F82C21D}"/>
              </a:ext>
            </a:extLst>
          </p:cNvPr>
          <p:cNvSpPr>
            <a:spLocks noGrp="1"/>
          </p:cNvSpPr>
          <p:nvPr>
            <p:ph type="title"/>
          </p:nvPr>
        </p:nvSpPr>
        <p:spPr>
          <a:xfrm>
            <a:off x="8832850" y="806482"/>
            <a:ext cx="2663825" cy="1762125"/>
          </a:xfrm>
        </p:spPr>
        <p:txBody>
          <a:bodyPr lIns="180000" tIns="180000" anchor="b"/>
          <a:lstStyle>
            <a:lvl1pPr>
              <a:lnSpc>
                <a:spcPct val="100000"/>
              </a:lnSpc>
              <a:defRPr sz="2400"/>
            </a:lvl1pPr>
          </a:lstStyle>
          <a:p>
            <a:r>
              <a:rPr lang="en-US" noProof="0"/>
              <a:t>Click to edit Master title style</a:t>
            </a:r>
            <a:endParaRPr lang="en-GB" noProof="0"/>
          </a:p>
        </p:txBody>
      </p:sp>
      <p:sp>
        <p:nvSpPr>
          <p:cNvPr id="3" name="Picture Placeholder 2">
            <a:extLst>
              <a:ext uri="{FF2B5EF4-FFF2-40B4-BE49-F238E27FC236}">
                <a16:creationId xmlns:a16="http://schemas.microsoft.com/office/drawing/2014/main" id="{AEFD93E6-D8FD-41B3-ADA5-A3DE5E502876}"/>
              </a:ext>
            </a:extLst>
          </p:cNvPr>
          <p:cNvSpPr>
            <a:spLocks noGrp="1"/>
          </p:cNvSpPr>
          <p:nvPr>
            <p:ph type="pic" idx="1"/>
          </p:nvPr>
        </p:nvSpPr>
        <p:spPr>
          <a:xfrm>
            <a:off x="695324" y="800100"/>
            <a:ext cx="8064502" cy="542131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GB" noProof="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p:nvPr>
        </p:nvSpPr>
        <p:spPr>
          <a:xfrm>
            <a:off x="8831255" y="2653642"/>
            <a:ext cx="2665420" cy="3587750"/>
          </a:xfrm>
        </p:spPr>
        <p:txBody>
          <a:bodyPr lIns="180000" tIns="28800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cxnSp>
        <p:nvCxnSpPr>
          <p:cNvPr id="17" name="Straight Connector 16">
            <a:extLst>
              <a:ext uri="{FF2B5EF4-FFF2-40B4-BE49-F238E27FC236}">
                <a16:creationId xmlns:a16="http://schemas.microsoft.com/office/drawing/2014/main" id="{944C8FAE-2E61-4E6B-950D-8D35BD96BCAA}"/>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9" name="Slide Number Placeholder 19">
            <a:extLst>
              <a:ext uri="{FF2B5EF4-FFF2-40B4-BE49-F238E27FC236}">
                <a16:creationId xmlns:a16="http://schemas.microsoft.com/office/drawing/2014/main" id="{0DA0DF23-A4B5-4399-B276-647555101DD7}"/>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Tree>
    <p:extLst>
      <p:ext uri="{BB962C8B-B14F-4D97-AF65-F5344CB8AC3E}">
        <p14:creationId xmlns:p14="http://schemas.microsoft.com/office/powerpoint/2010/main" val="26147705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column image and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anchor="t"/>
          <a:lstStyle/>
          <a:p>
            <a:r>
              <a:rPr lang="en-US" noProof="0"/>
              <a:t>Click to edit Master title style</a:t>
            </a:r>
            <a:endParaRPr lang="en-GB" noProof="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695325" y="2023453"/>
            <a:ext cx="3552825" cy="1760538"/>
          </a:xfrm>
        </p:spPr>
        <p:txBody>
          <a:bodyPr/>
          <a:lstStyle/>
          <a:p>
            <a:r>
              <a:rPr lang="en-US" noProof="0"/>
              <a:t>Click icon to add picture</a:t>
            </a:r>
            <a:endParaRPr lang="en-GB" noProof="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4321175" y="2023453"/>
            <a:ext cx="3538538" cy="1760538"/>
          </a:xfrm>
        </p:spPr>
        <p:txBody>
          <a:bodyPr/>
          <a:lstStyle/>
          <a:p>
            <a:r>
              <a:rPr lang="en-US" noProof="0"/>
              <a:t>Click icon to add picture</a:t>
            </a:r>
            <a:endParaRPr lang="en-GB" noProof="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7943850" y="2023453"/>
            <a:ext cx="3552825" cy="1760538"/>
          </a:xfrm>
        </p:spPr>
        <p:txBody>
          <a:bodyPr/>
          <a:lstStyle/>
          <a:p>
            <a:r>
              <a:rPr lang="en-US" noProof="0"/>
              <a:t>Click icon to add picture</a:t>
            </a:r>
            <a:endParaRPr lang="en-GB" noProof="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p:nvPr>
        </p:nvSpPr>
        <p:spPr>
          <a:xfrm>
            <a:off x="695326" y="3869084"/>
            <a:ext cx="3552824" cy="539750"/>
          </a:xfrm>
          <a:solidFill>
            <a:srgbClr val="00707A"/>
          </a:solidFill>
          <a:ln>
            <a:noFill/>
          </a:ln>
        </p:spPr>
        <p:txBody>
          <a:bodyPr lIns="108000" tIns="72000" rIns="108000" bIns="72000" anchor="ctr"/>
          <a:lstStyle>
            <a:lvl1pPr marL="0" indent="0" algn="ctr">
              <a:buNone/>
              <a:defRPr>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p:nvPr>
        </p:nvSpPr>
        <p:spPr>
          <a:xfrm>
            <a:off x="695325" y="4480272"/>
            <a:ext cx="3552825" cy="1757362"/>
          </a:xfrm>
          <a:solidFill>
            <a:srgbClr val="DEECEE"/>
          </a:solidFill>
        </p:spPr>
        <p:txBody>
          <a:bodyPr lIns="108000" tIns="180000" rIns="108000" bIns="180000">
            <a:noAutofit/>
          </a:bodyPr>
          <a:lstStyle>
            <a:lvl1pPr marL="48600" indent="0">
              <a:buFontTx/>
              <a:buNone/>
              <a:defRPr sz="1400"/>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p:nvPr>
        </p:nvSpPr>
        <p:spPr>
          <a:xfrm>
            <a:off x="4321176" y="3869084"/>
            <a:ext cx="3538537" cy="539750"/>
          </a:xfrm>
          <a:solidFill>
            <a:srgbClr val="00707A"/>
          </a:solidFill>
          <a:ln>
            <a:noFill/>
          </a:ln>
        </p:spPr>
        <p:txBody>
          <a:bodyPr lIns="108000" tIns="72000" rIns="108000" bIns="72000" anchor="ctr"/>
          <a:lstStyle>
            <a:lvl1pPr marL="0" indent="0" algn="ctr">
              <a:buNone/>
              <a:defRPr>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p:nvPr>
        </p:nvSpPr>
        <p:spPr>
          <a:xfrm>
            <a:off x="4321175" y="4480272"/>
            <a:ext cx="3538539" cy="1757362"/>
          </a:xfrm>
          <a:solidFill>
            <a:srgbClr val="DEECEE"/>
          </a:solidFill>
        </p:spPr>
        <p:txBody>
          <a:bodyPr lIns="108000" tIns="180000" rIns="108000" bIns="180000">
            <a:noAutofit/>
          </a:bodyPr>
          <a:lstStyle>
            <a:lvl1pPr marL="48600" indent="0">
              <a:buFontTx/>
              <a:buNone/>
              <a:defRPr sz="1400"/>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p:nvPr>
        </p:nvSpPr>
        <p:spPr>
          <a:xfrm>
            <a:off x="7937955" y="3869084"/>
            <a:ext cx="3552825" cy="539750"/>
          </a:xfrm>
          <a:solidFill>
            <a:srgbClr val="00707A"/>
          </a:solidFill>
          <a:ln>
            <a:noFill/>
          </a:ln>
        </p:spPr>
        <p:txBody>
          <a:bodyPr lIns="108000" tIns="72000" rIns="108000" bIns="72000" anchor="ctr"/>
          <a:lstStyle>
            <a:lvl1pPr marL="0" indent="0" algn="ctr">
              <a:buNone/>
              <a:defRPr>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p:nvPr>
        </p:nvSpPr>
        <p:spPr>
          <a:xfrm>
            <a:off x="7937955" y="4480272"/>
            <a:ext cx="3552825" cy="1757362"/>
          </a:xfrm>
          <a:solidFill>
            <a:srgbClr val="DEECEE"/>
          </a:solidFill>
        </p:spPr>
        <p:txBody>
          <a:bodyPr lIns="108000" tIns="180000" rIns="108000" bIns="180000">
            <a:noAutofit/>
          </a:bodyPr>
          <a:lstStyle>
            <a:lvl1pPr marL="48600" indent="0">
              <a:buFontTx/>
              <a:buNone/>
              <a:defRPr sz="1400"/>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cxnSp>
        <p:nvCxnSpPr>
          <p:cNvPr id="23" name="Straight Connector 22">
            <a:extLst>
              <a:ext uri="{FF2B5EF4-FFF2-40B4-BE49-F238E27FC236}">
                <a16:creationId xmlns:a16="http://schemas.microsoft.com/office/drawing/2014/main" id="{96670F45-E58B-4184-92A9-D9540C48C0F3}"/>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22" name="Slide Number Placeholder 19">
            <a:extLst>
              <a:ext uri="{FF2B5EF4-FFF2-40B4-BE49-F238E27FC236}">
                <a16:creationId xmlns:a16="http://schemas.microsoft.com/office/drawing/2014/main" id="{F1F39B4C-364B-4AFC-B899-8DD61C19D9CE}"/>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Tree>
    <p:extLst>
      <p:ext uri="{BB962C8B-B14F-4D97-AF65-F5344CB8AC3E}">
        <p14:creationId xmlns:p14="http://schemas.microsoft.com/office/powerpoint/2010/main" val="13855183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CCCFB-02E9-4461-933C-7C1EAD815E76}"/>
              </a:ext>
            </a:extLst>
          </p:cNvPr>
          <p:cNvSpPr>
            <a:spLocks noGrp="1"/>
          </p:cNvSpPr>
          <p:nvPr>
            <p:ph type="title"/>
          </p:nvPr>
        </p:nvSpPr>
        <p:spPr>
          <a:xfrm>
            <a:off x="695325" y="811227"/>
            <a:ext cx="10801350" cy="1145313"/>
          </a:xfrm>
        </p:spPr>
        <p:txBody>
          <a:bodyPr anchor="t"/>
          <a:lstStyle/>
          <a:p>
            <a:r>
              <a:rPr lang="en-US" noProof="0"/>
              <a:t>Click to edit Master title style</a:t>
            </a:r>
            <a:endParaRPr lang="en-GB" noProof="0"/>
          </a:p>
        </p:txBody>
      </p:sp>
      <p:cxnSp>
        <p:nvCxnSpPr>
          <p:cNvPr id="9" name="Straight Connector 8">
            <a:extLst>
              <a:ext uri="{FF2B5EF4-FFF2-40B4-BE49-F238E27FC236}">
                <a16:creationId xmlns:a16="http://schemas.microsoft.com/office/drawing/2014/main" id="{BFF3FF8F-67FD-498C-8BD0-0B3BE1C26337}"/>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7" name="Slide Number Placeholder 19">
            <a:extLst>
              <a:ext uri="{FF2B5EF4-FFF2-40B4-BE49-F238E27FC236}">
                <a16:creationId xmlns:a16="http://schemas.microsoft.com/office/drawing/2014/main" id="{F5CB2508-A946-42A2-A6CA-3E88C1AEB0A4}"/>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Tree>
    <p:extLst>
      <p:ext uri="{BB962C8B-B14F-4D97-AF65-F5344CB8AC3E}">
        <p14:creationId xmlns:p14="http://schemas.microsoft.com/office/powerpoint/2010/main" val="234499924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32F0ABF5-3B7F-4790-9896-20E1719DDD90}"/>
              </a:ext>
            </a:extLst>
          </p:cNvPr>
          <p:cNvCxnSpPr/>
          <p:nvPr userDrawn="1"/>
        </p:nvCxnSpPr>
        <p:spPr>
          <a:xfrm>
            <a:off x="0" y="6546696"/>
            <a:ext cx="12192000"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6" name="Slide Number Placeholder 19">
            <a:extLst>
              <a:ext uri="{FF2B5EF4-FFF2-40B4-BE49-F238E27FC236}">
                <a16:creationId xmlns:a16="http://schemas.microsoft.com/office/drawing/2014/main" id="{D40944BA-5CC2-47BA-863C-43A8F243D9C1}"/>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Tree>
    <p:extLst>
      <p:ext uri="{BB962C8B-B14F-4D97-AF65-F5344CB8AC3E}">
        <p14:creationId xmlns:p14="http://schemas.microsoft.com/office/powerpoint/2010/main" val="28760203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losing credits-PDF extrac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1E21570-2B89-43CC-8DEE-216454BE3068}"/>
              </a:ext>
            </a:extLst>
          </p:cNvPr>
          <p:cNvSpPr/>
          <p:nvPr userDrawn="1"/>
        </p:nvSpPr>
        <p:spPr>
          <a:xfrm>
            <a:off x="695325" y="5846886"/>
            <a:ext cx="10801350" cy="7047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GB" sz="1000" b="0" i="0" u="none" strike="noStrike" kern="1200" cap="none" spc="0" normalizeH="0" baseline="0" noProof="0">
                <a:ln>
                  <a:noFill/>
                </a:ln>
                <a:solidFill>
                  <a:schemeClr val="accent1"/>
                </a:solidFill>
                <a:effectLst/>
                <a:uLnTx/>
                <a:uFillTx/>
                <a:latin typeface="+mj-lt"/>
                <a:ea typeface="+mn-ea"/>
                <a:cs typeface="Arial" charset="0"/>
              </a:rPr>
              <a:t>© Equinor ASA</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700" b="0" i="0" u="none" strike="noStrike" kern="1200" cap="none" spc="0" normalizeH="0" baseline="0" noProof="0">
                <a:ln>
                  <a:noFill/>
                </a:ln>
                <a:solidFill>
                  <a:srgbClr val="333333"/>
                </a:solidFill>
                <a:effectLst/>
                <a:uLnTx/>
                <a:uFillTx/>
                <a:latin typeface="+mn-lt"/>
                <a:ea typeface="Verdana" panose="020B0604030504040204" pitchFamily="34" charset="0"/>
                <a:cs typeface="Verdana" panose="020B0604030504040204" pitchFamily="34" charset="0"/>
              </a:rPr>
              <a:t>This presentation, including the contents and arrangement of the contents of each individual page or the collection of the pages, is owned by Equinor. Copyright to all material including, but not limited to, written material, photographs, drawings, images, tables and data remains the property of Equinor. All rights reserved. Any other use, reproduction, translation, adaption, arrangement, alteration, distribution or storage of this presentation, in whole or in part, without the prior written permission of Equinor is prohibited. The information contained in this presentation may not be accurate, up to date or applicable to the circumstances of any particular case, despite our efforts. Equinor cannot accept any liability for any inaccuracies or omissions</a:t>
            </a:r>
            <a:r>
              <a:rPr kumimoji="0" lang="en-GB" sz="700" b="0" i="0" u="none" strike="noStrike" kern="1200" cap="none" spc="0" normalizeH="0" baseline="0" noProof="0">
                <a:ln>
                  <a:noFill/>
                </a:ln>
                <a:solidFill>
                  <a:srgbClr val="333333"/>
                </a:solidFill>
                <a:effectLst/>
                <a:uLnTx/>
                <a:uFillTx/>
                <a:latin typeface="Equinor" panose="020B0503050302040203" pitchFamily="34" charset="0"/>
                <a:ea typeface="Verdana" panose="020B0604030504040204" pitchFamily="34" charset="0"/>
                <a:cs typeface="Verdana" panose="020B0604030504040204" pitchFamily="34" charset="0"/>
              </a:rPr>
              <a:t>.</a:t>
            </a:r>
            <a:endParaRPr kumimoji="0" lang="en-GB" sz="600" b="0" i="0" u="none" strike="noStrike" kern="1200" cap="none" spc="0" normalizeH="0" baseline="0" noProof="0">
              <a:ln>
                <a:noFill/>
              </a:ln>
              <a:solidFill>
                <a:srgbClr val="333333"/>
              </a:solidFill>
              <a:effectLst/>
              <a:uLnTx/>
              <a:uFillTx/>
              <a:latin typeface="Equinor" panose="020B0503050302040203" pitchFamily="34" charset="0"/>
              <a:ea typeface="+mn-ea"/>
              <a:cs typeface="Arial" charset="0"/>
            </a:endParaRPr>
          </a:p>
        </p:txBody>
      </p:sp>
      <p:sp>
        <p:nvSpPr>
          <p:cNvPr id="10" name="Text Placeholder 9">
            <a:extLst>
              <a:ext uri="{FF2B5EF4-FFF2-40B4-BE49-F238E27FC236}">
                <a16:creationId xmlns:a16="http://schemas.microsoft.com/office/drawing/2014/main" id="{67004934-2634-455F-9B65-D723350B506E}"/>
              </a:ext>
            </a:extLst>
          </p:cNvPr>
          <p:cNvSpPr>
            <a:spLocks noGrp="1"/>
          </p:cNvSpPr>
          <p:nvPr>
            <p:ph type="body" sz="quarter" idx="11" hasCustomPrompt="1"/>
          </p:nvPr>
        </p:nvSpPr>
        <p:spPr>
          <a:xfrm>
            <a:off x="695325" y="5084763"/>
            <a:ext cx="10801350" cy="409785"/>
          </a:xfrm>
        </p:spPr>
        <p:txBody>
          <a:bodyPr lIns="0" rIns="0">
            <a:noAutofit/>
          </a:bodyPr>
          <a:lstStyle>
            <a:lvl1pPr marL="0" indent="0">
              <a:spcBef>
                <a:spcPts val="0"/>
              </a:spcBef>
              <a:spcAft>
                <a:spcPts val="0"/>
              </a:spcAft>
              <a:buNone/>
              <a:defRPr sz="1400">
                <a:solidFill>
                  <a:schemeClr val="tx1"/>
                </a:solidFill>
              </a:defRPr>
            </a:lvl1pPr>
            <a:lvl2pPr marL="505800" indent="0">
              <a:buNone/>
              <a:defRPr sz="1400"/>
            </a:lvl2pPr>
            <a:lvl3pPr marL="963000" indent="0">
              <a:buNone/>
              <a:defRPr sz="1400"/>
            </a:lvl3pPr>
            <a:lvl4pPr marL="1420200" indent="0">
              <a:buNone/>
              <a:defRPr sz="1400"/>
            </a:lvl4pPr>
            <a:lvl5pPr marL="1877400" indent="0">
              <a:buNone/>
              <a:defRPr sz="1400"/>
            </a:lvl5pPr>
          </a:lstStyle>
          <a:p>
            <a:pPr lvl="0"/>
            <a:r>
              <a:rPr lang="en-GB" noProof="0"/>
              <a:t>Click to add presenter name and position</a:t>
            </a:r>
          </a:p>
        </p:txBody>
      </p:sp>
      <p:sp>
        <p:nvSpPr>
          <p:cNvPr id="11" name="Title 10">
            <a:extLst>
              <a:ext uri="{FF2B5EF4-FFF2-40B4-BE49-F238E27FC236}">
                <a16:creationId xmlns:a16="http://schemas.microsoft.com/office/drawing/2014/main" id="{04DE76AC-6DBB-4E2B-8B97-854F338047D5}"/>
              </a:ext>
            </a:extLst>
          </p:cNvPr>
          <p:cNvSpPr>
            <a:spLocks noGrp="1"/>
          </p:cNvSpPr>
          <p:nvPr>
            <p:ph type="title" hasCustomPrompt="1"/>
          </p:nvPr>
        </p:nvSpPr>
        <p:spPr>
          <a:xfrm>
            <a:off x="695326" y="4400550"/>
            <a:ext cx="10801349" cy="609337"/>
          </a:xfrm>
        </p:spPr>
        <p:txBody>
          <a:bodyPr lIns="0" tIns="0" rIns="0" bIns="0" anchor="b"/>
          <a:lstStyle>
            <a:lvl1pPr>
              <a:defRPr sz="2000">
                <a:solidFill>
                  <a:schemeClr val="accent6"/>
                </a:solidFill>
                <a:latin typeface="+mj-lt"/>
              </a:defRPr>
            </a:lvl1pPr>
          </a:lstStyle>
          <a:p>
            <a:r>
              <a:rPr lang="en-GB" noProof="0"/>
              <a:t>Click to add presentation title</a:t>
            </a:r>
          </a:p>
        </p:txBody>
      </p:sp>
      <p:grpSp>
        <p:nvGrpSpPr>
          <p:cNvPr id="33" name="Group 32">
            <a:extLst>
              <a:ext uri="{FF2B5EF4-FFF2-40B4-BE49-F238E27FC236}">
                <a16:creationId xmlns:a16="http://schemas.microsoft.com/office/drawing/2014/main" id="{C59792CB-ADFD-4CBC-B015-F5C6D6510C12}"/>
              </a:ext>
            </a:extLst>
          </p:cNvPr>
          <p:cNvGrpSpPr/>
          <p:nvPr userDrawn="1"/>
        </p:nvGrpSpPr>
        <p:grpSpPr>
          <a:xfrm>
            <a:off x="12302028" y="1854300"/>
            <a:ext cx="155539" cy="1166719"/>
            <a:chOff x="12302028" y="1799637"/>
            <a:chExt cx="155539" cy="1166719"/>
          </a:xfrm>
        </p:grpSpPr>
        <p:sp>
          <p:nvSpPr>
            <p:cNvPr id="34" name="Rectangle 156">
              <a:extLst>
                <a:ext uri="{FF2B5EF4-FFF2-40B4-BE49-F238E27FC236}">
                  <a16:creationId xmlns:a16="http://schemas.microsoft.com/office/drawing/2014/main" id="{9363F0CA-2D4F-42DF-938D-4805544798AB}"/>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5" name="Rectangle 157">
              <a:extLst>
                <a:ext uri="{FF2B5EF4-FFF2-40B4-BE49-F238E27FC236}">
                  <a16:creationId xmlns:a16="http://schemas.microsoft.com/office/drawing/2014/main" id="{9ABAA701-EACD-40B5-98DE-9C2C8E01DB68}"/>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6" name="Rectangle 158">
              <a:extLst>
                <a:ext uri="{FF2B5EF4-FFF2-40B4-BE49-F238E27FC236}">
                  <a16:creationId xmlns:a16="http://schemas.microsoft.com/office/drawing/2014/main" id="{F01B0B42-9CEA-4C9C-999B-C54107D2A1FD}"/>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73">
              <a:extLst>
                <a:ext uri="{FF2B5EF4-FFF2-40B4-BE49-F238E27FC236}">
                  <a16:creationId xmlns:a16="http://schemas.microsoft.com/office/drawing/2014/main" id="{45FDCBAC-4D81-4119-8680-3B52DB16E9E2}"/>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183">
              <a:extLst>
                <a:ext uri="{FF2B5EF4-FFF2-40B4-BE49-F238E27FC236}">
                  <a16:creationId xmlns:a16="http://schemas.microsoft.com/office/drawing/2014/main" id="{D6CAD649-0A29-4029-97C2-3A296FE44F52}"/>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7" name="Rectangle 200">
              <a:extLst>
                <a:ext uri="{FF2B5EF4-FFF2-40B4-BE49-F238E27FC236}">
                  <a16:creationId xmlns:a16="http://schemas.microsoft.com/office/drawing/2014/main" id="{2FBC4ECA-BFFD-4688-96BA-C9D3145EFD6B}"/>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8" name="Group 67">
            <a:extLst>
              <a:ext uri="{FF2B5EF4-FFF2-40B4-BE49-F238E27FC236}">
                <a16:creationId xmlns:a16="http://schemas.microsoft.com/office/drawing/2014/main" id="{838298F1-006B-4C2E-A808-3066A85345FF}"/>
              </a:ext>
            </a:extLst>
          </p:cNvPr>
          <p:cNvGrpSpPr/>
          <p:nvPr userDrawn="1"/>
        </p:nvGrpSpPr>
        <p:grpSpPr>
          <a:xfrm>
            <a:off x="12302028" y="0"/>
            <a:ext cx="155539" cy="1509130"/>
            <a:chOff x="12302028" y="154594"/>
            <a:chExt cx="155539" cy="1509130"/>
          </a:xfrm>
        </p:grpSpPr>
        <p:sp>
          <p:nvSpPr>
            <p:cNvPr id="69" name="Rectangle 188">
              <a:extLst>
                <a:ext uri="{FF2B5EF4-FFF2-40B4-BE49-F238E27FC236}">
                  <a16:creationId xmlns:a16="http://schemas.microsoft.com/office/drawing/2014/main" id="{91F0179F-8A4F-4450-A51A-F05F85B9CBF0}"/>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89">
              <a:extLst>
                <a:ext uri="{FF2B5EF4-FFF2-40B4-BE49-F238E27FC236}">
                  <a16:creationId xmlns:a16="http://schemas.microsoft.com/office/drawing/2014/main" id="{E0EE7570-FD71-4EDF-A88A-BC006AF11155}"/>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90">
              <a:extLst>
                <a:ext uri="{FF2B5EF4-FFF2-40B4-BE49-F238E27FC236}">
                  <a16:creationId xmlns:a16="http://schemas.microsoft.com/office/drawing/2014/main" id="{E26A2A66-DD49-44DB-9601-47FDB2564282}"/>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91">
              <a:extLst>
                <a:ext uri="{FF2B5EF4-FFF2-40B4-BE49-F238E27FC236}">
                  <a16:creationId xmlns:a16="http://schemas.microsoft.com/office/drawing/2014/main" id="{E23C084A-C69C-4D4B-A47D-AFABA419C904}"/>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192">
              <a:extLst>
                <a:ext uri="{FF2B5EF4-FFF2-40B4-BE49-F238E27FC236}">
                  <a16:creationId xmlns:a16="http://schemas.microsoft.com/office/drawing/2014/main" id="{B73A1DE7-DC07-499D-B2C6-D37293623203}"/>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31">
              <a:extLst>
                <a:ext uri="{FF2B5EF4-FFF2-40B4-BE49-F238E27FC236}">
                  <a16:creationId xmlns:a16="http://schemas.microsoft.com/office/drawing/2014/main" id="{E012B677-B5EB-4250-A98C-E053DC3AF743}"/>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33">
              <a:extLst>
                <a:ext uri="{FF2B5EF4-FFF2-40B4-BE49-F238E27FC236}">
                  <a16:creationId xmlns:a16="http://schemas.microsoft.com/office/drawing/2014/main" id="{C249D363-59E1-4053-8FF8-0886171A57C6}"/>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6" name="Rectangle 192">
              <a:extLst>
                <a:ext uri="{FF2B5EF4-FFF2-40B4-BE49-F238E27FC236}">
                  <a16:creationId xmlns:a16="http://schemas.microsoft.com/office/drawing/2014/main" id="{53C4A98D-2087-4CEC-BA3E-D8449DA6A21F}"/>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7" name="Group 76">
            <a:extLst>
              <a:ext uri="{FF2B5EF4-FFF2-40B4-BE49-F238E27FC236}">
                <a16:creationId xmlns:a16="http://schemas.microsoft.com/office/drawing/2014/main" id="{15B49BDA-F19C-4145-BD21-6CEA5D02C856}"/>
              </a:ext>
            </a:extLst>
          </p:cNvPr>
          <p:cNvGrpSpPr/>
          <p:nvPr userDrawn="1"/>
        </p:nvGrpSpPr>
        <p:grpSpPr>
          <a:xfrm>
            <a:off x="12302028" y="3366188"/>
            <a:ext cx="155539" cy="3491812"/>
            <a:chOff x="12302028" y="3266863"/>
            <a:chExt cx="155539" cy="3491812"/>
          </a:xfrm>
        </p:grpSpPr>
        <p:sp>
          <p:nvSpPr>
            <p:cNvPr id="78" name="Rectangle 174">
              <a:extLst>
                <a:ext uri="{FF2B5EF4-FFF2-40B4-BE49-F238E27FC236}">
                  <a16:creationId xmlns:a16="http://schemas.microsoft.com/office/drawing/2014/main" id="{89FFCB44-D1B4-476B-A351-0E82721B10CB}"/>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5">
              <a:extLst>
                <a:ext uri="{FF2B5EF4-FFF2-40B4-BE49-F238E27FC236}">
                  <a16:creationId xmlns:a16="http://schemas.microsoft.com/office/drawing/2014/main" id="{6E165768-DA4E-48A8-8B2D-A8EEEB0E192C}"/>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76">
              <a:extLst>
                <a:ext uri="{FF2B5EF4-FFF2-40B4-BE49-F238E27FC236}">
                  <a16:creationId xmlns:a16="http://schemas.microsoft.com/office/drawing/2014/main" id="{9FFC1A04-EDA8-44BC-8FC3-F447AD759BCC}"/>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89">
              <a:extLst>
                <a:ext uri="{FF2B5EF4-FFF2-40B4-BE49-F238E27FC236}">
                  <a16:creationId xmlns:a16="http://schemas.microsoft.com/office/drawing/2014/main" id="{CAFB48BD-D74F-432E-B7F3-8BB03AF83C98}"/>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0">
              <a:extLst>
                <a:ext uri="{FF2B5EF4-FFF2-40B4-BE49-F238E27FC236}">
                  <a16:creationId xmlns:a16="http://schemas.microsoft.com/office/drawing/2014/main" id="{76BBA105-E99F-4EAE-9114-958870B64472}"/>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91">
              <a:extLst>
                <a:ext uri="{FF2B5EF4-FFF2-40B4-BE49-F238E27FC236}">
                  <a16:creationId xmlns:a16="http://schemas.microsoft.com/office/drawing/2014/main" id="{C3C3C0E6-EE80-4BC6-A7B3-A73C1E45CD4E}"/>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183">
              <a:extLst>
                <a:ext uri="{FF2B5EF4-FFF2-40B4-BE49-F238E27FC236}">
                  <a16:creationId xmlns:a16="http://schemas.microsoft.com/office/drawing/2014/main" id="{E31AAD80-EEAC-4E86-8F93-F69A19F9D0ED}"/>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173">
              <a:extLst>
                <a:ext uri="{FF2B5EF4-FFF2-40B4-BE49-F238E27FC236}">
                  <a16:creationId xmlns:a16="http://schemas.microsoft.com/office/drawing/2014/main" id="{D1EDEF30-DAAF-444C-8AEF-AC7FA44A190F}"/>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56">
              <a:extLst>
                <a:ext uri="{FF2B5EF4-FFF2-40B4-BE49-F238E27FC236}">
                  <a16:creationId xmlns:a16="http://schemas.microsoft.com/office/drawing/2014/main" id="{D2ACA4B7-C62C-42A1-B650-AE87875FB07D}"/>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7" name="Rectangle 157">
              <a:extLst>
                <a:ext uri="{FF2B5EF4-FFF2-40B4-BE49-F238E27FC236}">
                  <a16:creationId xmlns:a16="http://schemas.microsoft.com/office/drawing/2014/main" id="{1786B5E2-1A2A-45B1-B481-173E9DF5F5FA}"/>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8" name="Rectangle 158">
              <a:extLst>
                <a:ext uri="{FF2B5EF4-FFF2-40B4-BE49-F238E27FC236}">
                  <a16:creationId xmlns:a16="http://schemas.microsoft.com/office/drawing/2014/main" id="{D202890D-C23E-4B57-A118-AB3D42895EBC}"/>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9" name="Rectangle 156">
              <a:extLst>
                <a:ext uri="{FF2B5EF4-FFF2-40B4-BE49-F238E27FC236}">
                  <a16:creationId xmlns:a16="http://schemas.microsoft.com/office/drawing/2014/main" id="{643A3032-98D1-48FE-A761-F1825ACAB925}"/>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0" name="Rectangle 157">
              <a:extLst>
                <a:ext uri="{FF2B5EF4-FFF2-40B4-BE49-F238E27FC236}">
                  <a16:creationId xmlns:a16="http://schemas.microsoft.com/office/drawing/2014/main" id="{0C3B4021-53D2-4EB4-9084-0185DEE727C4}"/>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1" name="Rectangle 158">
              <a:extLst>
                <a:ext uri="{FF2B5EF4-FFF2-40B4-BE49-F238E27FC236}">
                  <a16:creationId xmlns:a16="http://schemas.microsoft.com/office/drawing/2014/main" id="{DC7B9725-19DB-4FE9-865B-70F130DDC641}"/>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2" name="Rectangle 174">
              <a:extLst>
                <a:ext uri="{FF2B5EF4-FFF2-40B4-BE49-F238E27FC236}">
                  <a16:creationId xmlns:a16="http://schemas.microsoft.com/office/drawing/2014/main" id="{841F99CD-9BD3-49B0-9346-1664524D92C8}"/>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3" name="Rectangle 175">
              <a:extLst>
                <a:ext uri="{FF2B5EF4-FFF2-40B4-BE49-F238E27FC236}">
                  <a16:creationId xmlns:a16="http://schemas.microsoft.com/office/drawing/2014/main" id="{1C929E19-AABE-4C0A-BB7E-E5C822BA7B2A}"/>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4" name="Rectangle 176">
              <a:extLst>
                <a:ext uri="{FF2B5EF4-FFF2-40B4-BE49-F238E27FC236}">
                  <a16:creationId xmlns:a16="http://schemas.microsoft.com/office/drawing/2014/main" id="{734C0DFB-721D-4ACC-A890-619C5B001E57}"/>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5" name="Rectangle 173">
              <a:extLst>
                <a:ext uri="{FF2B5EF4-FFF2-40B4-BE49-F238E27FC236}">
                  <a16:creationId xmlns:a16="http://schemas.microsoft.com/office/drawing/2014/main" id="{FAC03BCE-A06E-42A3-B9C3-6144A371F267}"/>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96" name="TextBox 95">
            <a:extLst>
              <a:ext uri="{FF2B5EF4-FFF2-40B4-BE49-F238E27FC236}">
                <a16:creationId xmlns:a16="http://schemas.microsoft.com/office/drawing/2014/main" id="{2AA3739F-4846-4120-B275-288109D2932A}"/>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97" name="TextBox 96">
            <a:extLst>
              <a:ext uri="{FF2B5EF4-FFF2-40B4-BE49-F238E27FC236}">
                <a16:creationId xmlns:a16="http://schemas.microsoft.com/office/drawing/2014/main" id="{5B29808E-8254-4C61-AECC-1775DF8C329D}"/>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98" name="TextBox 97">
            <a:extLst>
              <a:ext uri="{FF2B5EF4-FFF2-40B4-BE49-F238E27FC236}">
                <a16:creationId xmlns:a16="http://schemas.microsoft.com/office/drawing/2014/main" id="{A5179A29-EC69-4553-BC3E-48C0BE86B7B0}"/>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45" name="Graphic 44">
            <a:extLst>
              <a:ext uri="{FF2B5EF4-FFF2-40B4-BE49-F238E27FC236}">
                <a16:creationId xmlns:a16="http://schemas.microsoft.com/office/drawing/2014/main" id="{64E422E7-C7DB-4940-B055-4E14BF9FA65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2061" y="512596"/>
            <a:ext cx="1316395" cy="1080000"/>
          </a:xfrm>
          <a:prstGeom prst="rect">
            <a:avLst/>
          </a:prstGeom>
        </p:spPr>
      </p:pic>
    </p:spTree>
    <p:extLst>
      <p:ext uri="{BB962C8B-B14F-4D97-AF65-F5344CB8AC3E}">
        <p14:creationId xmlns:p14="http://schemas.microsoft.com/office/powerpoint/2010/main" val="4115691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23" Type="http://schemas.openxmlformats.org/officeDocument/2006/relationships/image" Target="../media/image2.svg"/><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58EDB7-2099-41D3-A175-DAC6E212AAF8}"/>
              </a:ext>
            </a:extLst>
          </p:cNvPr>
          <p:cNvSpPr>
            <a:spLocks noGrp="1"/>
          </p:cNvSpPr>
          <p:nvPr>
            <p:ph type="title"/>
          </p:nvPr>
        </p:nvSpPr>
        <p:spPr>
          <a:xfrm>
            <a:off x="695325" y="800100"/>
            <a:ext cx="10801350" cy="1152525"/>
          </a:xfrm>
          <a:prstGeom prst="rect">
            <a:avLst/>
          </a:prstGeom>
        </p:spPr>
        <p:txBody>
          <a:bodyPr vert="horz" lIns="0" tIns="216000" rIns="0" bIns="72000" rtlCol="0" anchor="t">
            <a:noAutofit/>
          </a:bodyPr>
          <a:lstStyle/>
          <a:p>
            <a:r>
              <a:rPr lang="en-US" noProof="0"/>
              <a:t>Click to edit Master title style</a:t>
            </a:r>
            <a:endParaRPr lang="en-GB" noProof="0"/>
          </a:p>
        </p:txBody>
      </p:sp>
      <p:sp>
        <p:nvSpPr>
          <p:cNvPr id="3" name="Text Placeholder 2">
            <a:extLst>
              <a:ext uri="{FF2B5EF4-FFF2-40B4-BE49-F238E27FC236}">
                <a16:creationId xmlns:a16="http://schemas.microsoft.com/office/drawing/2014/main" id="{75D17EAE-7603-437B-BEF7-B208D7061457}"/>
              </a:ext>
            </a:extLst>
          </p:cNvPr>
          <p:cNvSpPr>
            <a:spLocks noGrp="1"/>
          </p:cNvSpPr>
          <p:nvPr>
            <p:ph type="body" idx="1"/>
          </p:nvPr>
        </p:nvSpPr>
        <p:spPr>
          <a:xfrm>
            <a:off x="695325" y="2024063"/>
            <a:ext cx="10801350" cy="421681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33" name="Slide Number Placeholder 5">
            <a:extLst>
              <a:ext uri="{FF2B5EF4-FFF2-40B4-BE49-F238E27FC236}">
                <a16:creationId xmlns:a16="http://schemas.microsoft.com/office/drawing/2014/main" id="{DEF3BA3A-53B3-4BA4-830A-4527AF9F325A}"/>
              </a:ext>
            </a:extLst>
          </p:cNvPr>
          <p:cNvSpPr>
            <a:spLocks noGrp="1"/>
          </p:cNvSpPr>
          <p:nvPr>
            <p:ph type="sldNum" sz="quarter" idx="4"/>
          </p:nvPr>
        </p:nvSpPr>
        <p:spPr>
          <a:xfrm>
            <a:off x="695324" y="6596187"/>
            <a:ext cx="245260" cy="217625"/>
          </a:xfrm>
          <a:prstGeom prst="rect">
            <a:avLst/>
          </a:prstGeom>
        </p:spPr>
        <p:txBody>
          <a:bodyPr vert="horz" wrap="none" lIns="0" tIns="46800" rIns="0" bIns="46800" rtlCol="0" anchor="ctr">
            <a:spAutoFit/>
          </a:bodyPr>
          <a:lstStyle>
            <a:lvl1pPr algn="l">
              <a:defRPr sz="800">
                <a:solidFill>
                  <a:srgbClr val="7C8F98"/>
                </a:solidFill>
                <a:latin typeface="+mn-lt"/>
              </a:defRPr>
            </a:lvl1pPr>
          </a:lstStyle>
          <a:p>
            <a:fld id="{5D1E5300-FC0F-4317-A193-EF6CE9E6F7B5}" type="slidenum">
              <a:rPr lang="en-GB" smtClean="0"/>
              <a:pPr/>
              <a:t>‹#›</a:t>
            </a:fld>
            <a:r>
              <a:rPr lang="en-GB"/>
              <a:t>  |  </a:t>
            </a:r>
            <a:endParaRPr lang="en-GB" noProof="0"/>
          </a:p>
        </p:txBody>
      </p:sp>
      <p:sp>
        <p:nvSpPr>
          <p:cNvPr id="36" name="Classification">
            <a:extLst>
              <a:ext uri="{FF2B5EF4-FFF2-40B4-BE49-F238E27FC236}">
                <a16:creationId xmlns:a16="http://schemas.microsoft.com/office/drawing/2014/main" id="{CCE8DDFB-884A-4040-A8EB-D8221E682614}"/>
              </a:ext>
            </a:extLst>
          </p:cNvPr>
          <p:cNvSpPr txBox="1"/>
          <p:nvPr userDrawn="1"/>
        </p:nvSpPr>
        <p:spPr>
          <a:xfrm>
            <a:off x="9756774" y="6597278"/>
            <a:ext cx="1739900" cy="215444"/>
          </a:xfrm>
          <a:prstGeom prst="rect">
            <a:avLst/>
          </a:prstGeom>
        </p:spPr>
        <p:txBody>
          <a:bodyPr vert="horz" lIns="0" tIns="45720" rIns="0" bIns="45720" rtlCol="0" anchor="ctr">
            <a:spAutoFit/>
          </a:bodyPr>
          <a:lstStyle>
            <a:defPPr>
              <a:defRPr lang="en-US"/>
            </a:defPPr>
            <a:lvl1pPr algn="r">
              <a:defRPr sz="800">
                <a:solidFill>
                  <a:srgbClr val="7C8F98"/>
                </a:solidFill>
                <a:latin typeface="Verdana" panose="00000500000000000000" pitchFamily="50" charset="0"/>
              </a:defRPr>
            </a:lvl1pPr>
          </a:lstStyle>
          <a:p>
            <a:pPr lvl="0"/>
            <a:r>
              <a:rPr lang="en-GB" noProof="0">
                <a:latin typeface="+mn-lt"/>
              </a:rPr>
              <a:t>Open</a:t>
            </a:r>
          </a:p>
        </p:txBody>
      </p:sp>
      <p:sp>
        <p:nvSpPr>
          <p:cNvPr id="37" name="DateBox">
            <a:extLst>
              <a:ext uri="{FF2B5EF4-FFF2-40B4-BE49-F238E27FC236}">
                <a16:creationId xmlns:a16="http://schemas.microsoft.com/office/drawing/2014/main" id="{66CDF6A4-3F2C-4A0A-88CC-5D8A55FE1230}"/>
              </a:ext>
            </a:extLst>
          </p:cNvPr>
          <p:cNvSpPr txBox="1"/>
          <p:nvPr userDrawn="1"/>
        </p:nvSpPr>
        <p:spPr>
          <a:xfrm>
            <a:off x="9756774" y="6597278"/>
            <a:ext cx="1739900" cy="215444"/>
          </a:xfrm>
          <a:prstGeom prst="rect">
            <a:avLst/>
          </a:prstGeom>
        </p:spPr>
        <p:txBody>
          <a:bodyPr vert="horz" lIns="0" tIns="45720" rIns="0" bIns="45720" rtlCol="0" anchor="ctr">
            <a:spAutoFit/>
          </a:bodyPr>
          <a:lstStyle>
            <a:defPPr>
              <a:defRPr lang="en-US"/>
            </a:defPPr>
            <a:lvl1pPr algn="r">
              <a:defRPr sz="800">
                <a:solidFill>
                  <a:srgbClr val="7C8F98"/>
                </a:solidFill>
                <a:latin typeface="Verdana" panose="00000500000000000000" pitchFamily="50" charset="0"/>
              </a:defRPr>
            </a:lvl1pPr>
          </a:lstStyle>
          <a:p>
            <a:pPr lvl="0"/>
            <a:endParaRPr lang="en-GB" noProof="0">
              <a:latin typeface="+mn-lt"/>
            </a:endParaRPr>
          </a:p>
        </p:txBody>
      </p:sp>
      <p:sp>
        <p:nvSpPr>
          <p:cNvPr id="4" name="isEquinor" hidden="1">
            <a:extLst>
              <a:ext uri="{FF2B5EF4-FFF2-40B4-BE49-F238E27FC236}">
                <a16:creationId xmlns:a16="http://schemas.microsoft.com/office/drawing/2014/main" id="{5118DC7A-7735-4C04-9A17-53916530E1F8}"/>
              </a:ext>
            </a:extLst>
          </p:cNvPr>
          <p:cNvSpPr/>
          <p:nvPr userDrawn="1"/>
        </p:nvSpPr>
        <p:spPr>
          <a:xfrm>
            <a:off x="349624" y="242047"/>
            <a:ext cx="2050676" cy="2016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 name="Group 4">
            <a:extLst>
              <a:ext uri="{FF2B5EF4-FFF2-40B4-BE49-F238E27FC236}">
                <a16:creationId xmlns:a16="http://schemas.microsoft.com/office/drawing/2014/main" id="{827A7A49-8001-473E-BA76-CA0689EBB3F5}"/>
              </a:ext>
            </a:extLst>
          </p:cNvPr>
          <p:cNvGrpSpPr/>
          <p:nvPr userDrawn="1"/>
        </p:nvGrpSpPr>
        <p:grpSpPr>
          <a:xfrm>
            <a:off x="12302028" y="1854300"/>
            <a:ext cx="155539" cy="1166719"/>
            <a:chOff x="12302028" y="1799637"/>
            <a:chExt cx="155539" cy="1166719"/>
          </a:xfrm>
        </p:grpSpPr>
        <p:sp>
          <p:nvSpPr>
            <p:cNvPr id="62" name="Rectangle 156">
              <a:extLst>
                <a:ext uri="{FF2B5EF4-FFF2-40B4-BE49-F238E27FC236}">
                  <a16:creationId xmlns:a16="http://schemas.microsoft.com/office/drawing/2014/main" id="{E78D48BD-44EA-4289-93C7-C7B14E868E48}"/>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7">
              <a:extLst>
                <a:ext uri="{FF2B5EF4-FFF2-40B4-BE49-F238E27FC236}">
                  <a16:creationId xmlns:a16="http://schemas.microsoft.com/office/drawing/2014/main" id="{9FD138CF-0728-41FF-A8D3-5D174C4B4FE7}"/>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58">
              <a:extLst>
                <a:ext uri="{FF2B5EF4-FFF2-40B4-BE49-F238E27FC236}">
                  <a16:creationId xmlns:a16="http://schemas.microsoft.com/office/drawing/2014/main" id="{432A8AF6-546D-402E-9D49-1A29A70980EE}"/>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7" name="Rectangle 173">
              <a:extLst>
                <a:ext uri="{FF2B5EF4-FFF2-40B4-BE49-F238E27FC236}">
                  <a16:creationId xmlns:a16="http://schemas.microsoft.com/office/drawing/2014/main" id="{27D23A9D-221E-49B5-9E9D-ADA513CB248C}"/>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2" name="Rectangle 183">
              <a:extLst>
                <a:ext uri="{FF2B5EF4-FFF2-40B4-BE49-F238E27FC236}">
                  <a16:creationId xmlns:a16="http://schemas.microsoft.com/office/drawing/2014/main" id="{2378C9B4-D68F-4146-9079-BEFB434290E2}"/>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4" name="Rectangle 200">
              <a:extLst>
                <a:ext uri="{FF2B5EF4-FFF2-40B4-BE49-F238E27FC236}">
                  <a16:creationId xmlns:a16="http://schemas.microsoft.com/office/drawing/2014/main" id="{F03760DB-EA47-434A-B466-05565A32C6FF}"/>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 name="Group 6">
            <a:extLst>
              <a:ext uri="{FF2B5EF4-FFF2-40B4-BE49-F238E27FC236}">
                <a16:creationId xmlns:a16="http://schemas.microsoft.com/office/drawing/2014/main" id="{37DAF0D0-ACD8-40B8-B3A5-D21A7F835F43}"/>
              </a:ext>
            </a:extLst>
          </p:cNvPr>
          <p:cNvGrpSpPr/>
          <p:nvPr userDrawn="1"/>
        </p:nvGrpSpPr>
        <p:grpSpPr>
          <a:xfrm>
            <a:off x="12302028" y="0"/>
            <a:ext cx="155539" cy="1509130"/>
            <a:chOff x="12302028" y="154594"/>
            <a:chExt cx="155539" cy="1509130"/>
          </a:xfrm>
        </p:grpSpPr>
        <p:sp>
          <p:nvSpPr>
            <p:cNvPr id="47" name="Rectangle 188">
              <a:extLst>
                <a:ext uri="{FF2B5EF4-FFF2-40B4-BE49-F238E27FC236}">
                  <a16:creationId xmlns:a16="http://schemas.microsoft.com/office/drawing/2014/main" id="{5B3F9E9D-ACF6-4A22-870C-0C30F607A9CC}"/>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8" name="Rectangle 189">
              <a:extLst>
                <a:ext uri="{FF2B5EF4-FFF2-40B4-BE49-F238E27FC236}">
                  <a16:creationId xmlns:a16="http://schemas.microsoft.com/office/drawing/2014/main" id="{7116CF94-F70B-4919-A841-5787D3F6F9DA}"/>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9" name="Rectangle 190">
              <a:extLst>
                <a:ext uri="{FF2B5EF4-FFF2-40B4-BE49-F238E27FC236}">
                  <a16:creationId xmlns:a16="http://schemas.microsoft.com/office/drawing/2014/main" id="{F2F18B1B-9427-4683-834D-98C65E17B924}"/>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0" name="Rectangle 191">
              <a:extLst>
                <a:ext uri="{FF2B5EF4-FFF2-40B4-BE49-F238E27FC236}">
                  <a16:creationId xmlns:a16="http://schemas.microsoft.com/office/drawing/2014/main" id="{C1277067-EB6D-432E-9A7B-5627702A924A}"/>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1" name="Rectangle 192">
              <a:extLst>
                <a:ext uri="{FF2B5EF4-FFF2-40B4-BE49-F238E27FC236}">
                  <a16:creationId xmlns:a16="http://schemas.microsoft.com/office/drawing/2014/main" id="{717C5AF8-86FC-49E3-9772-DB9A675C23F8}"/>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5" name="Rectangle 31">
              <a:extLst>
                <a:ext uri="{FF2B5EF4-FFF2-40B4-BE49-F238E27FC236}">
                  <a16:creationId xmlns:a16="http://schemas.microsoft.com/office/drawing/2014/main" id="{171DA608-F0B0-42E0-AB80-B95EBBF909C6}"/>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6" name="Rectangle 33">
              <a:extLst>
                <a:ext uri="{FF2B5EF4-FFF2-40B4-BE49-F238E27FC236}">
                  <a16:creationId xmlns:a16="http://schemas.microsoft.com/office/drawing/2014/main" id="{DF77855B-084A-4ED0-9ECF-44C4A56916F6}"/>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92">
              <a:extLst>
                <a:ext uri="{FF2B5EF4-FFF2-40B4-BE49-F238E27FC236}">
                  <a16:creationId xmlns:a16="http://schemas.microsoft.com/office/drawing/2014/main" id="{1115EA0D-81DB-4110-A5E4-04A769148080}"/>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 name="Group 5">
            <a:extLst>
              <a:ext uri="{FF2B5EF4-FFF2-40B4-BE49-F238E27FC236}">
                <a16:creationId xmlns:a16="http://schemas.microsoft.com/office/drawing/2014/main" id="{4182B176-C014-4DDE-BA89-F435D837208D}"/>
              </a:ext>
            </a:extLst>
          </p:cNvPr>
          <p:cNvGrpSpPr/>
          <p:nvPr userDrawn="1"/>
        </p:nvGrpSpPr>
        <p:grpSpPr>
          <a:xfrm>
            <a:off x="12302028" y="3366188"/>
            <a:ext cx="155539" cy="3491812"/>
            <a:chOff x="12302028" y="3266863"/>
            <a:chExt cx="155539" cy="3491812"/>
          </a:xfrm>
        </p:grpSpPr>
        <p:sp>
          <p:nvSpPr>
            <p:cNvPr id="58" name="Rectangle 174">
              <a:extLst>
                <a:ext uri="{FF2B5EF4-FFF2-40B4-BE49-F238E27FC236}">
                  <a16:creationId xmlns:a16="http://schemas.microsoft.com/office/drawing/2014/main" id="{02A3DA5E-BF8B-4327-88ED-C198DDF73098}"/>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9" name="Rectangle 175">
              <a:extLst>
                <a:ext uri="{FF2B5EF4-FFF2-40B4-BE49-F238E27FC236}">
                  <a16:creationId xmlns:a16="http://schemas.microsoft.com/office/drawing/2014/main" id="{E70035CD-B6EE-4D95-947D-40D429667611}"/>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0" name="Rectangle 176">
              <a:extLst>
                <a:ext uri="{FF2B5EF4-FFF2-40B4-BE49-F238E27FC236}">
                  <a16:creationId xmlns:a16="http://schemas.microsoft.com/office/drawing/2014/main" id="{1B83D00E-7DAF-4134-AC2B-C9F555D8DB9F}"/>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89">
              <a:extLst>
                <a:ext uri="{FF2B5EF4-FFF2-40B4-BE49-F238E27FC236}">
                  <a16:creationId xmlns:a16="http://schemas.microsoft.com/office/drawing/2014/main" id="{98BCB360-567B-40E8-8A07-0F268CB0D1F0}"/>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190">
              <a:extLst>
                <a:ext uri="{FF2B5EF4-FFF2-40B4-BE49-F238E27FC236}">
                  <a16:creationId xmlns:a16="http://schemas.microsoft.com/office/drawing/2014/main" id="{8C19107A-B9AF-4064-ADD7-4E0AF90CDB17}"/>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7" name="Rectangle 191">
              <a:extLst>
                <a:ext uri="{FF2B5EF4-FFF2-40B4-BE49-F238E27FC236}">
                  <a16:creationId xmlns:a16="http://schemas.microsoft.com/office/drawing/2014/main" id="{4EEFAC6A-FAB4-40E1-BB60-C07E47577FAF}"/>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83">
              <a:extLst>
                <a:ext uri="{FF2B5EF4-FFF2-40B4-BE49-F238E27FC236}">
                  <a16:creationId xmlns:a16="http://schemas.microsoft.com/office/drawing/2014/main" id="{29E0140B-F3B1-422C-B490-35D86FB83189}"/>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73">
              <a:extLst>
                <a:ext uri="{FF2B5EF4-FFF2-40B4-BE49-F238E27FC236}">
                  <a16:creationId xmlns:a16="http://schemas.microsoft.com/office/drawing/2014/main" id="{C7FE3B17-CED1-4A04-9925-C09E87226FD5}"/>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156">
              <a:extLst>
                <a:ext uri="{FF2B5EF4-FFF2-40B4-BE49-F238E27FC236}">
                  <a16:creationId xmlns:a16="http://schemas.microsoft.com/office/drawing/2014/main" id="{C14440A4-47E3-4F17-AEEF-D7AF17E16B5F}"/>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157">
              <a:extLst>
                <a:ext uri="{FF2B5EF4-FFF2-40B4-BE49-F238E27FC236}">
                  <a16:creationId xmlns:a16="http://schemas.microsoft.com/office/drawing/2014/main" id="{51A3D31B-793D-41FC-877E-08DEC59C12CC}"/>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158">
              <a:extLst>
                <a:ext uri="{FF2B5EF4-FFF2-40B4-BE49-F238E27FC236}">
                  <a16:creationId xmlns:a16="http://schemas.microsoft.com/office/drawing/2014/main" id="{74BA2002-B77B-40DC-AD5A-3A4097786E46}"/>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6" name="Rectangle 156">
              <a:extLst>
                <a:ext uri="{FF2B5EF4-FFF2-40B4-BE49-F238E27FC236}">
                  <a16:creationId xmlns:a16="http://schemas.microsoft.com/office/drawing/2014/main" id="{63024D63-CF5F-492F-A967-6AB50DF70668}"/>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7" name="Rectangle 157">
              <a:extLst>
                <a:ext uri="{FF2B5EF4-FFF2-40B4-BE49-F238E27FC236}">
                  <a16:creationId xmlns:a16="http://schemas.microsoft.com/office/drawing/2014/main" id="{4E8D06DB-5923-4828-8ED4-17E98F05E694}"/>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8" name="Rectangle 158">
              <a:extLst>
                <a:ext uri="{FF2B5EF4-FFF2-40B4-BE49-F238E27FC236}">
                  <a16:creationId xmlns:a16="http://schemas.microsoft.com/office/drawing/2014/main" id="{A1BBFF2A-3A14-4CB0-AA93-641A2A7AB0CF}"/>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4">
              <a:extLst>
                <a:ext uri="{FF2B5EF4-FFF2-40B4-BE49-F238E27FC236}">
                  <a16:creationId xmlns:a16="http://schemas.microsoft.com/office/drawing/2014/main" id="{25A235BF-36DC-42D6-8E5A-5501836347F6}"/>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75">
              <a:extLst>
                <a:ext uri="{FF2B5EF4-FFF2-40B4-BE49-F238E27FC236}">
                  <a16:creationId xmlns:a16="http://schemas.microsoft.com/office/drawing/2014/main" id="{4A3E8231-E168-42A3-AAB1-7B3F627B4967}"/>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76">
              <a:extLst>
                <a:ext uri="{FF2B5EF4-FFF2-40B4-BE49-F238E27FC236}">
                  <a16:creationId xmlns:a16="http://schemas.microsoft.com/office/drawing/2014/main" id="{47B84FDA-3E93-4817-8212-B5BF6FF0B352}"/>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73">
              <a:extLst>
                <a:ext uri="{FF2B5EF4-FFF2-40B4-BE49-F238E27FC236}">
                  <a16:creationId xmlns:a16="http://schemas.microsoft.com/office/drawing/2014/main" id="{8E45768F-D4FA-4ECC-9390-2E4D685D6849}"/>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8" name="TextBox 7">
            <a:extLst>
              <a:ext uri="{FF2B5EF4-FFF2-40B4-BE49-F238E27FC236}">
                <a16:creationId xmlns:a16="http://schemas.microsoft.com/office/drawing/2014/main" id="{5969DFBF-C11C-45C4-BA6F-700C9C0BFEB8}"/>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83" name="TextBox 82">
            <a:extLst>
              <a:ext uri="{FF2B5EF4-FFF2-40B4-BE49-F238E27FC236}">
                <a16:creationId xmlns:a16="http://schemas.microsoft.com/office/drawing/2014/main" id="{A0DA444B-0A3A-425B-9034-DFD39F11BCB9}"/>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84" name="TextBox 83">
            <a:extLst>
              <a:ext uri="{FF2B5EF4-FFF2-40B4-BE49-F238E27FC236}">
                <a16:creationId xmlns:a16="http://schemas.microsoft.com/office/drawing/2014/main" id="{E0AA9476-BF42-454F-9B71-C1ACBA1FDAC5}"/>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53" name="Graphic 52">
            <a:extLst>
              <a:ext uri="{FF2B5EF4-FFF2-40B4-BE49-F238E27FC236}">
                <a16:creationId xmlns:a16="http://schemas.microsoft.com/office/drawing/2014/main" id="{08BF3E39-2C38-474C-920D-4207B62550B8}"/>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0430219" y="175144"/>
            <a:ext cx="1078648" cy="427693"/>
          </a:xfrm>
          <a:prstGeom prst="rect">
            <a:avLst/>
          </a:prstGeom>
        </p:spPr>
      </p:pic>
    </p:spTree>
    <p:extLst>
      <p:ext uri="{BB962C8B-B14F-4D97-AF65-F5344CB8AC3E}">
        <p14:creationId xmlns:p14="http://schemas.microsoft.com/office/powerpoint/2010/main" val="1161360054"/>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3" r:id="rId3"/>
    <p:sldLayoutId id="2147483664" r:id="rId4"/>
    <p:sldLayoutId id="2147483666" r:id="rId5"/>
    <p:sldLayoutId id="2147483667" r:id="rId6"/>
    <p:sldLayoutId id="2147483660" r:id="rId7"/>
    <p:sldLayoutId id="2147483661" r:id="rId8"/>
    <p:sldLayoutId id="2147483662" r:id="rId9"/>
    <p:sldLayoutId id="2147483650" r:id="rId10"/>
    <p:sldLayoutId id="2147483652" r:id="rId11"/>
    <p:sldLayoutId id="2147483668" r:id="rId12"/>
    <p:sldLayoutId id="2147483673" r:id="rId13"/>
    <p:sldLayoutId id="2147483656" r:id="rId14"/>
    <p:sldLayoutId id="2147483657" r:id="rId15"/>
    <p:sldLayoutId id="2147483672" r:id="rId16"/>
    <p:sldLayoutId id="2147483669" r:id="rId17"/>
    <p:sldLayoutId id="2147483654" r:id="rId18"/>
    <p:sldLayoutId id="2147483655" r:id="rId19"/>
    <p:sldLayoutId id="2147483674" r:id="rId20"/>
  </p:sldLayoutIdLst>
  <p:hf hdr="0" ftr="0" dt="0"/>
  <p:txStyles>
    <p:title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p:titleStyle>
    <p:bodyStyle>
      <a:lvl1pPr marL="180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1pPr>
      <a:lvl2pPr marL="612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2pPr>
      <a:lvl3pPr marL="1044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3pPr>
      <a:lvl4pPr marL="1476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4pPr>
      <a:lvl5pPr marL="1908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 userDrawn="1">
          <p15:clr>
            <a:srgbClr val="F26B43"/>
          </p15:clr>
        </p15:guide>
        <p15:guide id="2" pos="7242" userDrawn="1">
          <p15:clr>
            <a:srgbClr val="F26B43"/>
          </p15:clr>
        </p15:guide>
        <p15:guide id="3" orient="horz" pos="4127" userDrawn="1">
          <p15:clr>
            <a:srgbClr val="F26B43"/>
          </p15:clr>
        </p15:guide>
        <p15:guide id="4" orient="horz" pos="504" userDrawn="1">
          <p15:clr>
            <a:srgbClr val="F26B43"/>
          </p15:clr>
        </p15:guide>
        <p15:guide id="5" orient="horz" pos="845" userDrawn="1">
          <p15:clr>
            <a:srgbClr val="F26B43"/>
          </p15:clr>
        </p15:guide>
        <p15:guide id="6" orient="horz" pos="890" userDrawn="1">
          <p15:clr>
            <a:srgbClr val="F26B43"/>
          </p15:clr>
        </p15:guide>
        <p15:guide id="7" orient="horz" pos="1230" userDrawn="1">
          <p15:clr>
            <a:srgbClr val="F26B43"/>
          </p15:clr>
        </p15:guide>
        <p15:guide id="8" orient="horz" pos="1275" userDrawn="1">
          <p15:clr>
            <a:srgbClr val="F26B43"/>
          </p15:clr>
        </p15:guide>
        <p15:guide id="9" orient="horz" pos="1616" userDrawn="1">
          <p15:clr>
            <a:srgbClr val="F26B43"/>
          </p15:clr>
        </p15:guide>
        <p15:guide id="10" orient="horz" pos="1661" userDrawn="1">
          <p15:clr>
            <a:srgbClr val="F26B43"/>
          </p15:clr>
        </p15:guide>
        <p15:guide id="11" orient="horz" pos="2001" userDrawn="1">
          <p15:clr>
            <a:srgbClr val="F26B43"/>
          </p15:clr>
        </p15:guide>
        <p15:guide id="12" orient="horz" pos="2387" userDrawn="1">
          <p15:clr>
            <a:srgbClr val="F26B43"/>
          </p15:clr>
        </p15:guide>
        <p15:guide id="13" orient="horz" pos="2047" userDrawn="1">
          <p15:clr>
            <a:srgbClr val="F26B43"/>
          </p15:clr>
        </p15:guide>
        <p15:guide id="14" orient="horz" pos="2432" userDrawn="1">
          <p15:clr>
            <a:srgbClr val="F26B43"/>
          </p15:clr>
        </p15:guide>
        <p15:guide id="15" orient="horz" pos="2818" userDrawn="1">
          <p15:clr>
            <a:srgbClr val="F26B43"/>
          </p15:clr>
        </p15:guide>
        <p15:guide id="16" orient="horz" pos="2772" userDrawn="1">
          <p15:clr>
            <a:srgbClr val="F26B43"/>
          </p15:clr>
        </p15:guide>
        <p15:guide id="17" orient="horz" pos="3158" userDrawn="1">
          <p15:clr>
            <a:srgbClr val="F26B43"/>
          </p15:clr>
        </p15:guide>
        <p15:guide id="18" orient="horz" pos="3203" userDrawn="1">
          <p15:clr>
            <a:srgbClr val="F26B43"/>
          </p15:clr>
        </p15:guide>
        <p15:guide id="19" orient="horz" pos="3543" userDrawn="1">
          <p15:clr>
            <a:srgbClr val="F26B43"/>
          </p15:clr>
        </p15:guide>
        <p15:guide id="20" orient="horz" pos="3589" userDrawn="1">
          <p15:clr>
            <a:srgbClr val="F26B43"/>
          </p15:clr>
        </p15:guide>
        <p15:guide id="21" orient="horz" pos="3929" userDrawn="1">
          <p15:clr>
            <a:srgbClr val="F26B43"/>
          </p15:clr>
        </p15:guide>
        <p15:guide id="22" pos="6698" userDrawn="1">
          <p15:clr>
            <a:srgbClr val="F26B43"/>
          </p15:clr>
        </p15:guide>
        <p15:guide id="23" pos="6652" userDrawn="1">
          <p15:clr>
            <a:srgbClr val="F26B43"/>
          </p15:clr>
        </p15:guide>
        <p15:guide id="24" pos="6131" userDrawn="1">
          <p15:clr>
            <a:srgbClr val="F26B43"/>
          </p15:clr>
        </p15:guide>
        <p15:guide id="25" pos="6085" userDrawn="1">
          <p15:clr>
            <a:srgbClr val="F26B43"/>
          </p15:clr>
        </p15:guide>
        <p15:guide id="26" pos="5564" userDrawn="1">
          <p15:clr>
            <a:srgbClr val="F26B43"/>
          </p15:clr>
        </p15:guide>
        <p15:guide id="27" pos="5518" userDrawn="1">
          <p15:clr>
            <a:srgbClr val="F26B43"/>
          </p15:clr>
        </p15:guide>
        <p15:guide id="28" pos="4997" userDrawn="1">
          <p15:clr>
            <a:srgbClr val="F26B43"/>
          </p15:clr>
        </p15:guide>
        <p15:guide id="29" pos="4951" userDrawn="1">
          <p15:clr>
            <a:srgbClr val="F26B43"/>
          </p15:clr>
        </p15:guide>
        <p15:guide id="30" pos="4430" userDrawn="1">
          <p15:clr>
            <a:srgbClr val="F26B43"/>
          </p15:clr>
        </p15:guide>
        <p15:guide id="31" pos="4384" userDrawn="1">
          <p15:clr>
            <a:srgbClr val="F26B43"/>
          </p15:clr>
        </p15:guide>
        <p15:guide id="32" pos="3863" userDrawn="1">
          <p15:clr>
            <a:srgbClr val="F26B43"/>
          </p15:clr>
        </p15:guide>
        <p15:guide id="33" pos="3817" userDrawn="1">
          <p15:clr>
            <a:srgbClr val="F26B43"/>
          </p15:clr>
        </p15:guide>
        <p15:guide id="34" pos="3292" userDrawn="1">
          <p15:clr>
            <a:srgbClr val="F26B43"/>
          </p15:clr>
        </p15:guide>
        <p15:guide id="35" pos="3246" userDrawn="1">
          <p15:clr>
            <a:srgbClr val="F26B43"/>
          </p15:clr>
        </p15:guide>
        <p15:guide id="36" pos="2722" userDrawn="1">
          <p15:clr>
            <a:srgbClr val="F26B43"/>
          </p15:clr>
        </p15:guide>
        <p15:guide id="37" pos="2676" userDrawn="1">
          <p15:clr>
            <a:srgbClr val="F26B43"/>
          </p15:clr>
        </p15:guide>
        <p15:guide id="38" pos="2150" userDrawn="1">
          <p15:clr>
            <a:srgbClr val="F26B43"/>
          </p15:clr>
        </p15:guide>
        <p15:guide id="39" pos="2105" userDrawn="1">
          <p15:clr>
            <a:srgbClr val="F26B43"/>
          </p15:clr>
        </p15:guide>
        <p15:guide id="40" pos="1578" userDrawn="1">
          <p15:clr>
            <a:srgbClr val="F26B43"/>
          </p15:clr>
        </p15:guide>
        <p15:guide id="41" pos="1534" userDrawn="1">
          <p15:clr>
            <a:srgbClr val="F26B43"/>
          </p15:clr>
        </p15:guide>
        <p15:guide id="42" pos="1028" userDrawn="1">
          <p15:clr>
            <a:srgbClr val="F26B43"/>
          </p15:clr>
        </p15:guide>
        <p15:guide id="43" pos="98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E90BF16-7070-4A95-9AEF-55DBC958E75E}"/>
              </a:ext>
            </a:extLst>
          </p:cNvPr>
          <p:cNvSpPr txBox="1">
            <a:spLocks/>
          </p:cNvSpPr>
          <p:nvPr userDrawn="1"/>
        </p:nvSpPr>
        <p:spPr>
          <a:xfrm>
            <a:off x="695325" y="811227"/>
            <a:ext cx="10801350" cy="1145313"/>
          </a:xfrm>
          <a:prstGeom prst="rect">
            <a:avLst/>
          </a:prstGeom>
        </p:spPr>
        <p:txBody>
          <a:bodyPr vert="horz" lIns="0" tIns="252000" rIns="0" bIns="144000" rtlCol="0" anchor="t">
            <a:noAutofit/>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0" i="0" u="none" strike="noStrike" kern="1200" cap="none" spc="0" normalizeH="0" baseline="0" noProof="0">
                <a:ln>
                  <a:noFill/>
                </a:ln>
                <a:solidFill>
                  <a:srgbClr val="000000"/>
                </a:solidFill>
                <a:effectLst/>
                <a:uLnTx/>
                <a:uFillTx/>
                <a:latin typeface="+mj-lt"/>
                <a:ea typeface="+mj-ea"/>
                <a:cs typeface="+mj-cs"/>
              </a:rPr>
              <a:t>Communication tool-box</a:t>
            </a:r>
          </a:p>
        </p:txBody>
      </p:sp>
      <p:sp>
        <p:nvSpPr>
          <p:cNvPr id="9" name="TextBox 8">
            <a:extLst>
              <a:ext uri="{FF2B5EF4-FFF2-40B4-BE49-F238E27FC236}">
                <a16:creationId xmlns:a16="http://schemas.microsoft.com/office/drawing/2014/main" id="{B372C405-F956-4F94-95E2-A22E0C6C22EA}"/>
              </a:ext>
            </a:extLst>
          </p:cNvPr>
          <p:cNvSpPr txBox="1"/>
          <p:nvPr userDrawn="1"/>
        </p:nvSpPr>
        <p:spPr>
          <a:xfrm>
            <a:off x="666964" y="1609946"/>
            <a:ext cx="3444240" cy="2523768"/>
          </a:xfrm>
          <a:prstGeom prst="rect">
            <a:avLst/>
          </a:prstGeom>
          <a:noFill/>
        </p:spPr>
        <p:txBody>
          <a:bodyPr wrap="square" rtlCol="0">
            <a:spAutoFit/>
          </a:bodyPr>
          <a:lstStyle/>
          <a:p>
            <a:r>
              <a:rPr lang="en-GB" sz="1400" u="sng" noProof="0">
                <a:latin typeface="Equinor Medium" panose="020B0603050302040203" pitchFamily="34" charset="0"/>
              </a:rPr>
              <a:t>Font faces:</a:t>
            </a:r>
            <a:br>
              <a:rPr lang="en-GB" sz="1400" u="sng" noProof="0">
                <a:latin typeface="Equinor Medium" panose="020B0603050302040203" pitchFamily="34" charset="0"/>
              </a:rPr>
            </a:br>
            <a:endParaRPr lang="en-GB" sz="1400" u="sng" noProof="0">
              <a:latin typeface="Equinor Medium" panose="020B0603050302040203" pitchFamily="34" charset="0"/>
            </a:endParaRPr>
          </a:p>
          <a:p>
            <a:r>
              <a:rPr lang="en-GB" sz="1400" noProof="0">
                <a:latin typeface="Equinor Light" panose="020B0303050302040203" pitchFamily="34" charset="0"/>
              </a:rPr>
              <a:t>Equinor Light</a:t>
            </a:r>
          </a:p>
          <a:p>
            <a:r>
              <a:rPr lang="en-GB" sz="1400" i="1" noProof="0">
                <a:latin typeface="Equinor Light" panose="020B0303050302040203" pitchFamily="34" charset="0"/>
              </a:rPr>
              <a:t>Equinor Light Italic</a:t>
            </a:r>
          </a:p>
          <a:p>
            <a:r>
              <a:rPr lang="en-GB" sz="1400" noProof="0">
                <a:latin typeface="Equinor" panose="020B0503050302040203" pitchFamily="34" charset="0"/>
              </a:rPr>
              <a:t>Equinor</a:t>
            </a:r>
            <a:r>
              <a:rPr lang="en-GB" sz="1400" noProof="0">
                <a:latin typeface="Equinor Medium" panose="020B0603050302040203" pitchFamily="34" charset="0"/>
              </a:rPr>
              <a:t> </a:t>
            </a:r>
          </a:p>
          <a:p>
            <a:r>
              <a:rPr lang="en-GB" sz="1400" i="1" noProof="0">
                <a:latin typeface="Equinor" panose="020B0503050302040203" pitchFamily="34" charset="0"/>
              </a:rPr>
              <a:t>Equinor Italic</a:t>
            </a:r>
          </a:p>
          <a:p>
            <a:r>
              <a:rPr lang="en-GB" sz="1400" noProof="0">
                <a:latin typeface="Equinor Medium" panose="020B0603050302040203" pitchFamily="34" charset="0"/>
              </a:rPr>
              <a:t>Equinor Medium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i="1" noProof="0">
                <a:latin typeface="Equinor Medium" panose="020B0603050302040203" pitchFamily="34" charset="0"/>
              </a:rPr>
              <a:t>Equinor Medium Italic</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noProof="0">
                <a:latin typeface="Equinor" panose="020B0503050302040203" pitchFamily="34" charset="0"/>
              </a:rPr>
              <a:t>Equinor Bold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i="1" noProof="0">
                <a:latin typeface="Equinor" panose="020B0503050302040203" pitchFamily="34" charset="0"/>
              </a:rPr>
              <a:t>Equinor Bold Italic</a:t>
            </a:r>
          </a:p>
          <a:p>
            <a:endParaRPr lang="en-GB" noProof="0">
              <a:latin typeface="Equinor Medium" panose="020B0603050302040203" pitchFamily="34" charset="0"/>
            </a:endParaRPr>
          </a:p>
        </p:txBody>
      </p:sp>
      <p:grpSp>
        <p:nvGrpSpPr>
          <p:cNvPr id="28" name="Group 27">
            <a:extLst>
              <a:ext uri="{FF2B5EF4-FFF2-40B4-BE49-F238E27FC236}">
                <a16:creationId xmlns:a16="http://schemas.microsoft.com/office/drawing/2014/main" id="{6E871A84-19A0-4D1E-BC15-ED08483A3D9C}"/>
              </a:ext>
            </a:extLst>
          </p:cNvPr>
          <p:cNvGrpSpPr/>
          <p:nvPr userDrawn="1"/>
        </p:nvGrpSpPr>
        <p:grpSpPr>
          <a:xfrm rot="16200000">
            <a:off x="5311920" y="3858410"/>
            <a:ext cx="155539" cy="3491812"/>
            <a:chOff x="12302028" y="3266863"/>
            <a:chExt cx="155539" cy="3491812"/>
          </a:xfrm>
        </p:grpSpPr>
        <p:sp>
          <p:nvSpPr>
            <p:cNvPr id="29" name="Rectangle 174">
              <a:extLst>
                <a:ext uri="{FF2B5EF4-FFF2-40B4-BE49-F238E27FC236}">
                  <a16:creationId xmlns:a16="http://schemas.microsoft.com/office/drawing/2014/main" id="{A6469B5F-4243-40A6-B790-990F0B700922}"/>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0" name="Rectangle 175">
              <a:extLst>
                <a:ext uri="{FF2B5EF4-FFF2-40B4-BE49-F238E27FC236}">
                  <a16:creationId xmlns:a16="http://schemas.microsoft.com/office/drawing/2014/main" id="{600BBC0C-BBF9-4EE3-928D-C9823B9F2D7B}"/>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1" name="Rectangle 176">
              <a:extLst>
                <a:ext uri="{FF2B5EF4-FFF2-40B4-BE49-F238E27FC236}">
                  <a16:creationId xmlns:a16="http://schemas.microsoft.com/office/drawing/2014/main" id="{AC68E2CA-89F0-4BC3-9D6E-336A804F0869}"/>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2" name="Rectangle 189">
              <a:extLst>
                <a:ext uri="{FF2B5EF4-FFF2-40B4-BE49-F238E27FC236}">
                  <a16:creationId xmlns:a16="http://schemas.microsoft.com/office/drawing/2014/main" id="{E02A70F8-9D1F-487E-856D-F1FB99780EB4}"/>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3" name="Rectangle 190">
              <a:extLst>
                <a:ext uri="{FF2B5EF4-FFF2-40B4-BE49-F238E27FC236}">
                  <a16:creationId xmlns:a16="http://schemas.microsoft.com/office/drawing/2014/main" id="{9A8CB52E-02BF-474B-BC66-1C1781AECB86}"/>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4" name="Rectangle 191">
              <a:extLst>
                <a:ext uri="{FF2B5EF4-FFF2-40B4-BE49-F238E27FC236}">
                  <a16:creationId xmlns:a16="http://schemas.microsoft.com/office/drawing/2014/main" id="{8D82A21A-FC2A-4320-BCBC-78ED385C486D}"/>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5" name="Rectangle 183">
              <a:extLst>
                <a:ext uri="{FF2B5EF4-FFF2-40B4-BE49-F238E27FC236}">
                  <a16:creationId xmlns:a16="http://schemas.microsoft.com/office/drawing/2014/main" id="{70F6F0D5-E83D-4CFD-885F-C7482095362F}"/>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6" name="Rectangle 173">
              <a:extLst>
                <a:ext uri="{FF2B5EF4-FFF2-40B4-BE49-F238E27FC236}">
                  <a16:creationId xmlns:a16="http://schemas.microsoft.com/office/drawing/2014/main" id="{39B7CEC3-F6A5-4240-8C5C-10FBBF13F532}"/>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7" name="Rectangle 156">
              <a:extLst>
                <a:ext uri="{FF2B5EF4-FFF2-40B4-BE49-F238E27FC236}">
                  <a16:creationId xmlns:a16="http://schemas.microsoft.com/office/drawing/2014/main" id="{8E7FBAAD-8890-468C-A8FD-6B9BED67FE4E}"/>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8" name="Rectangle 157">
              <a:extLst>
                <a:ext uri="{FF2B5EF4-FFF2-40B4-BE49-F238E27FC236}">
                  <a16:creationId xmlns:a16="http://schemas.microsoft.com/office/drawing/2014/main" id="{7B72734F-BDCF-47BE-AABE-473B29601546}"/>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9" name="Rectangle 158">
              <a:extLst>
                <a:ext uri="{FF2B5EF4-FFF2-40B4-BE49-F238E27FC236}">
                  <a16:creationId xmlns:a16="http://schemas.microsoft.com/office/drawing/2014/main" id="{01F224CA-86A3-44F8-B75A-B947B2A54F2A}"/>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0" name="Rectangle 156">
              <a:extLst>
                <a:ext uri="{FF2B5EF4-FFF2-40B4-BE49-F238E27FC236}">
                  <a16:creationId xmlns:a16="http://schemas.microsoft.com/office/drawing/2014/main" id="{9905F69B-B78B-4A18-A906-D8EE9CAA2507}"/>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1" name="Rectangle 157">
              <a:extLst>
                <a:ext uri="{FF2B5EF4-FFF2-40B4-BE49-F238E27FC236}">
                  <a16:creationId xmlns:a16="http://schemas.microsoft.com/office/drawing/2014/main" id="{AA8DBFA5-31AA-4EF6-8037-2C36B3715949}"/>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2" name="Rectangle 158">
              <a:extLst>
                <a:ext uri="{FF2B5EF4-FFF2-40B4-BE49-F238E27FC236}">
                  <a16:creationId xmlns:a16="http://schemas.microsoft.com/office/drawing/2014/main" id="{675CE97D-1218-4E59-9398-3EA850E15871}"/>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3" name="Rectangle 174">
              <a:extLst>
                <a:ext uri="{FF2B5EF4-FFF2-40B4-BE49-F238E27FC236}">
                  <a16:creationId xmlns:a16="http://schemas.microsoft.com/office/drawing/2014/main" id="{75E88C9B-D637-42F4-9FB1-C45212B56901}"/>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4" name="Rectangle 175">
              <a:extLst>
                <a:ext uri="{FF2B5EF4-FFF2-40B4-BE49-F238E27FC236}">
                  <a16:creationId xmlns:a16="http://schemas.microsoft.com/office/drawing/2014/main" id="{819952C0-9780-45D8-ABC4-25A4558E2675}"/>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5" name="Rectangle 176">
              <a:extLst>
                <a:ext uri="{FF2B5EF4-FFF2-40B4-BE49-F238E27FC236}">
                  <a16:creationId xmlns:a16="http://schemas.microsoft.com/office/drawing/2014/main" id="{A4645481-7B55-4021-A1B1-5D2DF5873830}"/>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6" name="Rectangle 173">
              <a:extLst>
                <a:ext uri="{FF2B5EF4-FFF2-40B4-BE49-F238E27FC236}">
                  <a16:creationId xmlns:a16="http://schemas.microsoft.com/office/drawing/2014/main" id="{FE7694C8-5630-4885-B954-1E89C1C1AF72}"/>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7" name="Group 76">
            <a:extLst>
              <a:ext uri="{FF2B5EF4-FFF2-40B4-BE49-F238E27FC236}">
                <a16:creationId xmlns:a16="http://schemas.microsoft.com/office/drawing/2014/main" id="{996E59B1-2D41-426D-8587-E54D85D99797}"/>
              </a:ext>
            </a:extLst>
          </p:cNvPr>
          <p:cNvGrpSpPr/>
          <p:nvPr userDrawn="1"/>
        </p:nvGrpSpPr>
        <p:grpSpPr>
          <a:xfrm>
            <a:off x="3617016" y="2165024"/>
            <a:ext cx="3556369" cy="407815"/>
            <a:chOff x="4357445" y="2779972"/>
            <a:chExt cx="3556369" cy="407815"/>
          </a:xfrm>
        </p:grpSpPr>
        <p:sp>
          <p:nvSpPr>
            <p:cNvPr id="11" name="Rectangle 10">
              <a:extLst>
                <a:ext uri="{FF2B5EF4-FFF2-40B4-BE49-F238E27FC236}">
                  <a16:creationId xmlns:a16="http://schemas.microsoft.com/office/drawing/2014/main" id="{F04705C9-8233-4EFA-BFE5-4958D3DD768C}"/>
                </a:ext>
              </a:extLst>
            </p:cNvPr>
            <p:cNvSpPr/>
            <p:nvPr userDrawn="1"/>
          </p:nvSpPr>
          <p:spPr>
            <a:xfrm>
              <a:off x="4357445" y="2779972"/>
              <a:ext cx="294046" cy="407815"/>
            </a:xfrm>
            <a:prstGeom prst="rect">
              <a:avLst/>
            </a:prstGeom>
            <a:solidFill>
              <a:srgbClr val="24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1</a:t>
              </a:r>
            </a:p>
          </p:txBody>
        </p:sp>
        <p:sp>
          <p:nvSpPr>
            <p:cNvPr id="47" name="Rectangle 46">
              <a:extLst>
                <a:ext uri="{FF2B5EF4-FFF2-40B4-BE49-F238E27FC236}">
                  <a16:creationId xmlns:a16="http://schemas.microsoft.com/office/drawing/2014/main" id="{463B42E7-FFF7-4300-856A-8BD9CD8B5BDD}"/>
                </a:ext>
              </a:extLst>
            </p:cNvPr>
            <p:cNvSpPr/>
            <p:nvPr userDrawn="1"/>
          </p:nvSpPr>
          <p:spPr>
            <a:xfrm>
              <a:off x="4655465" y="2779972"/>
              <a:ext cx="294046" cy="407815"/>
            </a:xfrm>
            <a:prstGeom prst="rect">
              <a:avLst/>
            </a:prstGeom>
            <a:solidFill>
              <a:srgbClr val="6573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2</a:t>
              </a:r>
            </a:p>
          </p:txBody>
        </p:sp>
        <p:sp>
          <p:nvSpPr>
            <p:cNvPr id="48" name="Rectangle 47">
              <a:extLst>
                <a:ext uri="{FF2B5EF4-FFF2-40B4-BE49-F238E27FC236}">
                  <a16:creationId xmlns:a16="http://schemas.microsoft.com/office/drawing/2014/main" id="{1EF10E8E-8189-4124-A424-DD74D91DF360}"/>
                </a:ext>
              </a:extLst>
            </p:cNvPr>
            <p:cNvSpPr/>
            <p:nvPr userDrawn="1"/>
          </p:nvSpPr>
          <p:spPr>
            <a:xfrm>
              <a:off x="4953484" y="2779972"/>
              <a:ext cx="294046" cy="407815"/>
            </a:xfrm>
            <a:prstGeom prst="rect">
              <a:avLst/>
            </a:prstGeom>
            <a:solidFill>
              <a:srgbClr val="919B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3</a:t>
              </a:r>
            </a:p>
          </p:txBody>
        </p:sp>
        <p:sp>
          <p:nvSpPr>
            <p:cNvPr id="49" name="Rectangle 48">
              <a:extLst>
                <a:ext uri="{FF2B5EF4-FFF2-40B4-BE49-F238E27FC236}">
                  <a16:creationId xmlns:a16="http://schemas.microsoft.com/office/drawing/2014/main" id="{04F21D61-68B1-4BFF-BD7D-C67850210BE1}"/>
                </a:ext>
              </a:extLst>
            </p:cNvPr>
            <p:cNvSpPr/>
            <p:nvPr userDrawn="1"/>
          </p:nvSpPr>
          <p:spPr>
            <a:xfrm>
              <a:off x="5247531" y="2779972"/>
              <a:ext cx="294046" cy="407815"/>
            </a:xfrm>
            <a:prstGeom prst="rect">
              <a:avLst/>
            </a:prstGeom>
            <a:solidFill>
              <a:srgbClr val="BDC3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4</a:t>
              </a:r>
            </a:p>
          </p:txBody>
        </p:sp>
        <p:sp>
          <p:nvSpPr>
            <p:cNvPr id="50" name="Rectangle 49">
              <a:extLst>
                <a:ext uri="{FF2B5EF4-FFF2-40B4-BE49-F238E27FC236}">
                  <a16:creationId xmlns:a16="http://schemas.microsoft.com/office/drawing/2014/main" id="{8C3A6A54-D5DD-4D52-9BDB-5895ED526705}"/>
                </a:ext>
              </a:extLst>
            </p:cNvPr>
            <p:cNvSpPr/>
            <p:nvPr userDrawn="1"/>
          </p:nvSpPr>
          <p:spPr>
            <a:xfrm>
              <a:off x="5541577" y="2779972"/>
              <a:ext cx="294046" cy="407815"/>
            </a:xfrm>
            <a:prstGeom prst="rect">
              <a:avLst/>
            </a:prstGeom>
            <a:solidFill>
              <a:srgbClr val="D5EA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FF1243"/>
                  </a:solidFill>
                  <a:latin typeface="Equinor Medium" panose="020B0603050302040203" pitchFamily="34" charset="0"/>
                </a:rPr>
                <a:t>5</a:t>
              </a:r>
            </a:p>
          </p:txBody>
        </p:sp>
        <p:sp>
          <p:nvSpPr>
            <p:cNvPr id="51" name="Rectangle 50">
              <a:extLst>
                <a:ext uri="{FF2B5EF4-FFF2-40B4-BE49-F238E27FC236}">
                  <a16:creationId xmlns:a16="http://schemas.microsoft.com/office/drawing/2014/main" id="{9574463D-DD8A-4041-88D0-11A5765A8A92}"/>
                </a:ext>
              </a:extLst>
            </p:cNvPr>
            <p:cNvSpPr/>
            <p:nvPr userDrawn="1"/>
          </p:nvSpPr>
          <p:spPr>
            <a:xfrm>
              <a:off x="5835623" y="2779972"/>
              <a:ext cx="294046" cy="407815"/>
            </a:xfrm>
            <a:prstGeom prst="rect">
              <a:avLst/>
            </a:prstGeom>
            <a:solidFill>
              <a:srgbClr val="EA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FF1243"/>
                  </a:solidFill>
                  <a:latin typeface="Equinor Medium" panose="020B0603050302040203" pitchFamily="34" charset="0"/>
                </a:rPr>
                <a:t>6</a:t>
              </a:r>
            </a:p>
          </p:txBody>
        </p:sp>
        <p:sp>
          <p:nvSpPr>
            <p:cNvPr id="52" name="Rectangle 51">
              <a:extLst>
                <a:ext uri="{FF2B5EF4-FFF2-40B4-BE49-F238E27FC236}">
                  <a16:creationId xmlns:a16="http://schemas.microsoft.com/office/drawing/2014/main" id="{8AC9ECC7-33D3-43AA-AB06-76A3CCD8EC9B}"/>
                </a:ext>
              </a:extLst>
            </p:cNvPr>
            <p:cNvSpPr/>
            <p:nvPr userDrawn="1"/>
          </p:nvSpPr>
          <p:spPr>
            <a:xfrm>
              <a:off x="6137616" y="2779972"/>
              <a:ext cx="294046" cy="407815"/>
            </a:xfrm>
            <a:prstGeom prst="rect">
              <a:avLst/>
            </a:prstGeom>
            <a:solidFill>
              <a:srgbClr val="0070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7</a:t>
              </a:r>
            </a:p>
          </p:txBody>
        </p:sp>
        <p:sp>
          <p:nvSpPr>
            <p:cNvPr id="53" name="Rectangle 52">
              <a:extLst>
                <a:ext uri="{FF2B5EF4-FFF2-40B4-BE49-F238E27FC236}">
                  <a16:creationId xmlns:a16="http://schemas.microsoft.com/office/drawing/2014/main" id="{60E154BD-7746-40E4-80EB-16FFAEFE6F2F}"/>
                </a:ext>
              </a:extLst>
            </p:cNvPr>
            <p:cNvSpPr/>
            <p:nvPr userDrawn="1"/>
          </p:nvSpPr>
          <p:spPr>
            <a:xfrm>
              <a:off x="6435636" y="2779972"/>
              <a:ext cx="294046" cy="407815"/>
            </a:xfrm>
            <a:prstGeom prst="rect">
              <a:avLst/>
            </a:prstGeom>
            <a:solidFill>
              <a:srgbClr val="4C9B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8</a:t>
              </a:r>
            </a:p>
          </p:txBody>
        </p:sp>
        <p:sp>
          <p:nvSpPr>
            <p:cNvPr id="54" name="Rectangle 53">
              <a:extLst>
                <a:ext uri="{FF2B5EF4-FFF2-40B4-BE49-F238E27FC236}">
                  <a16:creationId xmlns:a16="http://schemas.microsoft.com/office/drawing/2014/main" id="{2752B7B9-3C66-4D77-8549-1A79AF722C79}"/>
                </a:ext>
              </a:extLst>
            </p:cNvPr>
            <p:cNvSpPr/>
            <p:nvPr userDrawn="1"/>
          </p:nvSpPr>
          <p:spPr>
            <a:xfrm>
              <a:off x="6733656" y="2779972"/>
              <a:ext cx="294046" cy="407815"/>
            </a:xfrm>
            <a:prstGeom prst="rect">
              <a:avLst/>
            </a:prstGeom>
            <a:solidFill>
              <a:srgbClr val="7FB7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9</a:t>
              </a:r>
            </a:p>
          </p:txBody>
        </p:sp>
        <p:sp>
          <p:nvSpPr>
            <p:cNvPr id="55" name="Rectangle 54">
              <a:extLst>
                <a:ext uri="{FF2B5EF4-FFF2-40B4-BE49-F238E27FC236}">
                  <a16:creationId xmlns:a16="http://schemas.microsoft.com/office/drawing/2014/main" id="{DE62ED66-1584-4F25-A214-7BAA4F6C7392}"/>
                </a:ext>
              </a:extLst>
            </p:cNvPr>
            <p:cNvSpPr/>
            <p:nvPr userDrawn="1"/>
          </p:nvSpPr>
          <p:spPr>
            <a:xfrm>
              <a:off x="7027702" y="2779972"/>
              <a:ext cx="294046" cy="407815"/>
            </a:xfrm>
            <a:prstGeom prst="rect">
              <a:avLst/>
            </a:prstGeom>
            <a:solidFill>
              <a:srgbClr val="B2D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007079"/>
                  </a:solidFill>
                  <a:latin typeface="Equinor Medium" panose="020B0603050302040203" pitchFamily="34" charset="0"/>
                </a:rPr>
                <a:t>10</a:t>
              </a:r>
            </a:p>
          </p:txBody>
        </p:sp>
        <p:sp>
          <p:nvSpPr>
            <p:cNvPr id="56" name="Rectangle 55">
              <a:extLst>
                <a:ext uri="{FF2B5EF4-FFF2-40B4-BE49-F238E27FC236}">
                  <a16:creationId xmlns:a16="http://schemas.microsoft.com/office/drawing/2014/main" id="{0600CF2B-0C53-479D-9F2D-741B657C20BA}"/>
                </a:ext>
              </a:extLst>
            </p:cNvPr>
            <p:cNvSpPr/>
            <p:nvPr userDrawn="1"/>
          </p:nvSpPr>
          <p:spPr>
            <a:xfrm>
              <a:off x="7325721" y="2779972"/>
              <a:ext cx="294046" cy="407815"/>
            </a:xfrm>
            <a:prstGeom prst="rect">
              <a:avLst/>
            </a:prstGeom>
            <a:solidFill>
              <a:srgbClr val="E6F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007079"/>
                  </a:solidFill>
                  <a:latin typeface="Equinor Medium" panose="020B0603050302040203" pitchFamily="34" charset="0"/>
                </a:rPr>
                <a:t>11</a:t>
              </a:r>
            </a:p>
          </p:txBody>
        </p:sp>
        <p:sp>
          <p:nvSpPr>
            <p:cNvPr id="57" name="Rectangle 56">
              <a:extLst>
                <a:ext uri="{FF2B5EF4-FFF2-40B4-BE49-F238E27FC236}">
                  <a16:creationId xmlns:a16="http://schemas.microsoft.com/office/drawing/2014/main" id="{B1827E3A-11BD-4523-83FF-5B19150BD40F}"/>
                </a:ext>
              </a:extLst>
            </p:cNvPr>
            <p:cNvSpPr/>
            <p:nvPr userDrawn="1"/>
          </p:nvSpPr>
          <p:spPr>
            <a:xfrm>
              <a:off x="7619768" y="2779972"/>
              <a:ext cx="294046" cy="407815"/>
            </a:xfrm>
            <a:prstGeom prst="rect">
              <a:avLst/>
            </a:prstGeom>
            <a:solidFill>
              <a:srgbClr val="F2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007079"/>
                  </a:solidFill>
                  <a:latin typeface="Equinor Medium" panose="020B0603050302040203" pitchFamily="34" charset="0"/>
                </a:rPr>
                <a:t>12</a:t>
              </a:r>
            </a:p>
          </p:txBody>
        </p:sp>
      </p:grpSp>
      <p:grpSp>
        <p:nvGrpSpPr>
          <p:cNvPr id="76" name="Group 75">
            <a:extLst>
              <a:ext uri="{FF2B5EF4-FFF2-40B4-BE49-F238E27FC236}">
                <a16:creationId xmlns:a16="http://schemas.microsoft.com/office/drawing/2014/main" id="{404F7436-ACC1-45EB-80E4-774DE526873D}"/>
              </a:ext>
            </a:extLst>
          </p:cNvPr>
          <p:cNvGrpSpPr/>
          <p:nvPr userDrawn="1"/>
        </p:nvGrpSpPr>
        <p:grpSpPr>
          <a:xfrm>
            <a:off x="3643783" y="3662464"/>
            <a:ext cx="3560064" cy="407815"/>
            <a:chOff x="4357445" y="3813575"/>
            <a:chExt cx="3560064" cy="407815"/>
          </a:xfrm>
        </p:grpSpPr>
        <p:sp>
          <p:nvSpPr>
            <p:cNvPr id="58" name="Rectangle 57">
              <a:extLst>
                <a:ext uri="{FF2B5EF4-FFF2-40B4-BE49-F238E27FC236}">
                  <a16:creationId xmlns:a16="http://schemas.microsoft.com/office/drawing/2014/main" id="{0E61277A-BB2B-4C10-98B1-130C7C740446}"/>
                </a:ext>
              </a:extLst>
            </p:cNvPr>
            <p:cNvSpPr/>
            <p:nvPr userDrawn="1"/>
          </p:nvSpPr>
          <p:spPr>
            <a:xfrm>
              <a:off x="4357445" y="3813575"/>
              <a:ext cx="294046" cy="407815"/>
            </a:xfrm>
            <a:prstGeom prst="rect">
              <a:avLst/>
            </a:prstGeom>
            <a:solidFill>
              <a:srgbClr val="24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1</a:t>
              </a:r>
            </a:p>
          </p:txBody>
        </p:sp>
        <p:sp>
          <p:nvSpPr>
            <p:cNvPr id="59" name="Rectangle 58">
              <a:extLst>
                <a:ext uri="{FF2B5EF4-FFF2-40B4-BE49-F238E27FC236}">
                  <a16:creationId xmlns:a16="http://schemas.microsoft.com/office/drawing/2014/main" id="{278926F9-C626-4057-82BE-D650FD72246A}"/>
                </a:ext>
              </a:extLst>
            </p:cNvPr>
            <p:cNvSpPr/>
            <p:nvPr userDrawn="1"/>
          </p:nvSpPr>
          <p:spPr>
            <a:xfrm>
              <a:off x="4951267" y="3813575"/>
              <a:ext cx="294046" cy="407815"/>
            </a:xfrm>
            <a:prstGeom prst="rect">
              <a:avLst/>
            </a:prstGeom>
            <a:solidFill>
              <a:srgbClr val="6573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3</a:t>
              </a:r>
            </a:p>
          </p:txBody>
        </p:sp>
        <p:sp>
          <p:nvSpPr>
            <p:cNvPr id="60" name="Rectangle 59">
              <a:extLst>
                <a:ext uri="{FF2B5EF4-FFF2-40B4-BE49-F238E27FC236}">
                  <a16:creationId xmlns:a16="http://schemas.microsoft.com/office/drawing/2014/main" id="{E5B3F980-A17D-44DB-9AE3-CDA5CA5C2552}"/>
                </a:ext>
              </a:extLst>
            </p:cNvPr>
            <p:cNvSpPr/>
            <p:nvPr userDrawn="1"/>
          </p:nvSpPr>
          <p:spPr>
            <a:xfrm>
              <a:off x="5545089" y="3813575"/>
              <a:ext cx="294046" cy="407815"/>
            </a:xfrm>
            <a:prstGeom prst="rect">
              <a:avLst/>
            </a:prstGeom>
            <a:solidFill>
              <a:srgbClr val="919B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5</a:t>
              </a:r>
            </a:p>
          </p:txBody>
        </p:sp>
        <p:sp>
          <p:nvSpPr>
            <p:cNvPr id="61" name="Rectangle 60">
              <a:extLst>
                <a:ext uri="{FF2B5EF4-FFF2-40B4-BE49-F238E27FC236}">
                  <a16:creationId xmlns:a16="http://schemas.microsoft.com/office/drawing/2014/main" id="{727DF08E-31B7-45C9-AA91-8F83C413897F}"/>
                </a:ext>
              </a:extLst>
            </p:cNvPr>
            <p:cNvSpPr/>
            <p:nvPr userDrawn="1"/>
          </p:nvSpPr>
          <p:spPr>
            <a:xfrm>
              <a:off x="7623463" y="3813575"/>
              <a:ext cx="294046" cy="407815"/>
            </a:xfrm>
            <a:prstGeom prst="rect">
              <a:avLst/>
            </a:prstGeom>
            <a:solidFill>
              <a:srgbClr val="BDC3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12</a:t>
              </a:r>
            </a:p>
          </p:txBody>
        </p:sp>
        <p:sp>
          <p:nvSpPr>
            <p:cNvPr id="62" name="Rectangle 61">
              <a:extLst>
                <a:ext uri="{FF2B5EF4-FFF2-40B4-BE49-F238E27FC236}">
                  <a16:creationId xmlns:a16="http://schemas.microsoft.com/office/drawing/2014/main" id="{27A9CC3F-FD2D-4576-AECE-83F97FF385E8}"/>
                </a:ext>
              </a:extLst>
            </p:cNvPr>
            <p:cNvSpPr/>
            <p:nvPr userDrawn="1"/>
          </p:nvSpPr>
          <p:spPr>
            <a:xfrm>
              <a:off x="4654356" y="3813575"/>
              <a:ext cx="294046" cy="407815"/>
            </a:xfrm>
            <a:prstGeom prst="rect">
              <a:avLst/>
            </a:prstGeom>
            <a:solidFill>
              <a:srgbClr val="D5EA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FF1243"/>
                  </a:solidFill>
                  <a:latin typeface="Equinor Medium" panose="020B0603050302040203" pitchFamily="34" charset="0"/>
                </a:rPr>
                <a:t>2</a:t>
              </a:r>
            </a:p>
          </p:txBody>
        </p:sp>
        <p:sp>
          <p:nvSpPr>
            <p:cNvPr id="63" name="Rectangle 62">
              <a:extLst>
                <a:ext uri="{FF2B5EF4-FFF2-40B4-BE49-F238E27FC236}">
                  <a16:creationId xmlns:a16="http://schemas.microsoft.com/office/drawing/2014/main" id="{199875B2-76E7-4B71-A1E8-27532C80318F}"/>
                </a:ext>
              </a:extLst>
            </p:cNvPr>
            <p:cNvSpPr/>
            <p:nvPr userDrawn="1"/>
          </p:nvSpPr>
          <p:spPr>
            <a:xfrm>
              <a:off x="5248178" y="3813575"/>
              <a:ext cx="294046" cy="407815"/>
            </a:xfrm>
            <a:prstGeom prst="rect">
              <a:avLst/>
            </a:prstGeom>
            <a:solidFill>
              <a:srgbClr val="EA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FF1243"/>
                  </a:solidFill>
                  <a:latin typeface="Equinor Medium" panose="020B0603050302040203" pitchFamily="34" charset="0"/>
                </a:rPr>
                <a:t>4</a:t>
              </a:r>
            </a:p>
          </p:txBody>
        </p:sp>
        <p:sp>
          <p:nvSpPr>
            <p:cNvPr id="64" name="Rectangle 63">
              <a:extLst>
                <a:ext uri="{FF2B5EF4-FFF2-40B4-BE49-F238E27FC236}">
                  <a16:creationId xmlns:a16="http://schemas.microsoft.com/office/drawing/2014/main" id="{B49BE14A-543D-4A32-BC2C-297D45D9C81D}"/>
                </a:ext>
              </a:extLst>
            </p:cNvPr>
            <p:cNvSpPr/>
            <p:nvPr userDrawn="1"/>
          </p:nvSpPr>
          <p:spPr>
            <a:xfrm>
              <a:off x="5842000" y="3813575"/>
              <a:ext cx="294046" cy="407815"/>
            </a:xfrm>
            <a:prstGeom prst="rect">
              <a:avLst/>
            </a:prstGeom>
            <a:solidFill>
              <a:srgbClr val="0070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6</a:t>
              </a:r>
            </a:p>
          </p:txBody>
        </p:sp>
        <p:sp>
          <p:nvSpPr>
            <p:cNvPr id="65" name="Rectangle 64">
              <a:extLst>
                <a:ext uri="{FF2B5EF4-FFF2-40B4-BE49-F238E27FC236}">
                  <a16:creationId xmlns:a16="http://schemas.microsoft.com/office/drawing/2014/main" id="{820AF967-0EFC-4753-8365-71DDCBCCD1BF}"/>
                </a:ext>
              </a:extLst>
            </p:cNvPr>
            <p:cNvSpPr/>
            <p:nvPr userDrawn="1"/>
          </p:nvSpPr>
          <p:spPr>
            <a:xfrm>
              <a:off x="6138911" y="3813575"/>
              <a:ext cx="294046" cy="407815"/>
            </a:xfrm>
            <a:prstGeom prst="rect">
              <a:avLst/>
            </a:prstGeom>
            <a:solidFill>
              <a:srgbClr val="4C9B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7</a:t>
              </a:r>
            </a:p>
          </p:txBody>
        </p:sp>
        <p:sp>
          <p:nvSpPr>
            <p:cNvPr id="66" name="Rectangle 65">
              <a:extLst>
                <a:ext uri="{FF2B5EF4-FFF2-40B4-BE49-F238E27FC236}">
                  <a16:creationId xmlns:a16="http://schemas.microsoft.com/office/drawing/2014/main" id="{373C60FF-929C-43DA-BE7F-25A20D3C2F77}"/>
                </a:ext>
              </a:extLst>
            </p:cNvPr>
            <p:cNvSpPr/>
            <p:nvPr userDrawn="1"/>
          </p:nvSpPr>
          <p:spPr>
            <a:xfrm>
              <a:off x="6435822" y="3813575"/>
              <a:ext cx="294046" cy="407815"/>
            </a:xfrm>
            <a:prstGeom prst="rect">
              <a:avLst/>
            </a:prstGeom>
            <a:solidFill>
              <a:srgbClr val="7FB7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latin typeface="Equinor Medium" panose="020B0603050302040203" pitchFamily="34" charset="0"/>
                </a:rPr>
                <a:t>8</a:t>
              </a:r>
            </a:p>
          </p:txBody>
        </p:sp>
        <p:sp>
          <p:nvSpPr>
            <p:cNvPr id="67" name="Rectangle 66">
              <a:extLst>
                <a:ext uri="{FF2B5EF4-FFF2-40B4-BE49-F238E27FC236}">
                  <a16:creationId xmlns:a16="http://schemas.microsoft.com/office/drawing/2014/main" id="{FAB2EA6B-7912-467E-979D-3590260E8003}"/>
                </a:ext>
              </a:extLst>
            </p:cNvPr>
            <p:cNvSpPr/>
            <p:nvPr userDrawn="1"/>
          </p:nvSpPr>
          <p:spPr>
            <a:xfrm>
              <a:off x="7029644" y="3813575"/>
              <a:ext cx="294046" cy="407815"/>
            </a:xfrm>
            <a:prstGeom prst="rect">
              <a:avLst/>
            </a:prstGeom>
            <a:solidFill>
              <a:srgbClr val="B2D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007079"/>
                  </a:solidFill>
                  <a:latin typeface="Equinor Medium" panose="020B0603050302040203" pitchFamily="34" charset="0"/>
                </a:rPr>
                <a:t>10</a:t>
              </a:r>
            </a:p>
          </p:txBody>
        </p:sp>
        <p:sp>
          <p:nvSpPr>
            <p:cNvPr id="68" name="Rectangle 67">
              <a:extLst>
                <a:ext uri="{FF2B5EF4-FFF2-40B4-BE49-F238E27FC236}">
                  <a16:creationId xmlns:a16="http://schemas.microsoft.com/office/drawing/2014/main" id="{38D3EE77-4EFB-4806-BA1D-B3F98E59234E}"/>
                </a:ext>
              </a:extLst>
            </p:cNvPr>
            <p:cNvSpPr/>
            <p:nvPr userDrawn="1"/>
          </p:nvSpPr>
          <p:spPr>
            <a:xfrm>
              <a:off x="6732733" y="3813575"/>
              <a:ext cx="294046" cy="407815"/>
            </a:xfrm>
            <a:prstGeom prst="rect">
              <a:avLst/>
            </a:prstGeom>
            <a:solidFill>
              <a:srgbClr val="E6F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007079"/>
                  </a:solidFill>
                  <a:latin typeface="Equinor Medium" panose="020B0603050302040203" pitchFamily="34" charset="0"/>
                </a:rPr>
                <a:t>9</a:t>
              </a:r>
            </a:p>
          </p:txBody>
        </p:sp>
        <p:sp>
          <p:nvSpPr>
            <p:cNvPr id="69" name="Rectangle 68">
              <a:extLst>
                <a:ext uri="{FF2B5EF4-FFF2-40B4-BE49-F238E27FC236}">
                  <a16:creationId xmlns:a16="http://schemas.microsoft.com/office/drawing/2014/main" id="{C89D4522-7A82-43B4-AA80-E65EE4E54DE0}"/>
                </a:ext>
              </a:extLst>
            </p:cNvPr>
            <p:cNvSpPr/>
            <p:nvPr userDrawn="1"/>
          </p:nvSpPr>
          <p:spPr>
            <a:xfrm>
              <a:off x="7326555" y="3813575"/>
              <a:ext cx="294046" cy="407815"/>
            </a:xfrm>
            <a:prstGeom prst="rect">
              <a:avLst/>
            </a:prstGeom>
            <a:solidFill>
              <a:srgbClr val="F2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00" noProof="0">
                  <a:solidFill>
                    <a:srgbClr val="007079"/>
                  </a:solidFill>
                  <a:latin typeface="Equinor Medium" panose="020B0603050302040203" pitchFamily="34" charset="0"/>
                </a:rPr>
                <a:t>11</a:t>
              </a:r>
            </a:p>
          </p:txBody>
        </p:sp>
      </p:grpSp>
      <p:sp>
        <p:nvSpPr>
          <p:cNvPr id="72" name="Rectangle 71">
            <a:extLst>
              <a:ext uri="{FF2B5EF4-FFF2-40B4-BE49-F238E27FC236}">
                <a16:creationId xmlns:a16="http://schemas.microsoft.com/office/drawing/2014/main" id="{A7F6FDD4-8CAB-45D1-8987-DF0CB3DE6E4F}"/>
              </a:ext>
            </a:extLst>
          </p:cNvPr>
          <p:cNvSpPr/>
          <p:nvPr userDrawn="1"/>
        </p:nvSpPr>
        <p:spPr>
          <a:xfrm>
            <a:off x="3512915" y="1648763"/>
            <a:ext cx="2510624" cy="307777"/>
          </a:xfrm>
          <a:prstGeom prst="rect">
            <a:avLst/>
          </a:prstGeom>
        </p:spPr>
        <p:txBody>
          <a:bodyPr wrap="none">
            <a:spAutoFit/>
          </a:bodyPr>
          <a:lstStyle/>
          <a:p>
            <a:r>
              <a:rPr kumimoji="0" lang="en-GB" sz="1400" b="0" i="0" u="sng" strike="noStrike" kern="1200" cap="none" spc="0" normalizeH="0" baseline="0" noProof="0" err="1">
                <a:ln>
                  <a:noFill/>
                </a:ln>
                <a:solidFill>
                  <a:prstClr val="black"/>
                </a:solidFill>
                <a:effectLst/>
                <a:uLnTx/>
                <a:uFillTx/>
                <a:latin typeface="Equinor Medium" panose="020B0603050302040203" pitchFamily="34" charset="0"/>
                <a:ea typeface="+mn-ea"/>
                <a:cs typeface="+mn-cs"/>
              </a:rPr>
              <a:t>Color</a:t>
            </a:r>
            <a:r>
              <a:rPr kumimoji="0" lang="en-GB" sz="1400" b="0" i="0" u="sng" strike="noStrike" kern="1200" cap="none" spc="0" normalizeH="0" baseline="0" noProof="0">
                <a:ln>
                  <a:noFill/>
                </a:ln>
                <a:solidFill>
                  <a:prstClr val="black"/>
                </a:solidFill>
                <a:effectLst/>
                <a:uLnTx/>
                <a:uFillTx/>
                <a:latin typeface="Equinor Medium" panose="020B0603050302040203" pitchFamily="34" charset="0"/>
                <a:ea typeface="+mn-ea"/>
                <a:cs typeface="+mn-cs"/>
              </a:rPr>
              <a:t> combination for charts:</a:t>
            </a:r>
            <a:endParaRPr lang="en-GB" noProof="0"/>
          </a:p>
        </p:txBody>
      </p:sp>
      <p:sp>
        <p:nvSpPr>
          <p:cNvPr id="73" name="Rectangle 72">
            <a:extLst>
              <a:ext uri="{FF2B5EF4-FFF2-40B4-BE49-F238E27FC236}">
                <a16:creationId xmlns:a16="http://schemas.microsoft.com/office/drawing/2014/main" id="{2524B282-9056-4A2C-A336-CB6C1BD3E4D4}"/>
              </a:ext>
            </a:extLst>
          </p:cNvPr>
          <p:cNvSpPr/>
          <p:nvPr userDrawn="1"/>
        </p:nvSpPr>
        <p:spPr>
          <a:xfrm>
            <a:off x="3549306" y="3278965"/>
            <a:ext cx="4121641" cy="307777"/>
          </a:xfrm>
          <a:prstGeom prst="rect">
            <a:avLst/>
          </a:prstGeom>
        </p:spPr>
        <p:txBody>
          <a:bodyPr wrap="none">
            <a:spAutoFit/>
          </a:bodyPr>
          <a:lstStyle/>
          <a:p>
            <a:r>
              <a:rPr kumimoji="0" lang="en-GB" sz="1400" b="0" i="0" u="sng" strike="noStrike" kern="1200" cap="none" spc="0" normalizeH="0" baseline="0" noProof="0">
                <a:ln>
                  <a:noFill/>
                </a:ln>
                <a:solidFill>
                  <a:prstClr val="black"/>
                </a:solidFill>
                <a:effectLst/>
                <a:uLnTx/>
                <a:uFillTx/>
                <a:latin typeface="Equinor Medium" panose="020B0603050302040203" pitchFamily="34" charset="0"/>
                <a:ea typeface="+mn-ea"/>
                <a:cs typeface="+mn-cs"/>
              </a:rPr>
              <a:t>Reorder the </a:t>
            </a:r>
            <a:r>
              <a:rPr kumimoji="0" lang="en-GB" sz="1400" b="0" i="0" u="sng" strike="noStrike" kern="1200" cap="none" spc="0" normalizeH="0" baseline="0" noProof="0" err="1">
                <a:ln>
                  <a:noFill/>
                </a:ln>
                <a:solidFill>
                  <a:prstClr val="black"/>
                </a:solidFill>
                <a:effectLst/>
                <a:uLnTx/>
                <a:uFillTx/>
                <a:latin typeface="Equinor Medium" panose="020B0603050302040203" pitchFamily="34" charset="0"/>
                <a:ea typeface="+mn-ea"/>
                <a:cs typeface="+mn-cs"/>
              </a:rPr>
              <a:t>colors</a:t>
            </a:r>
            <a:r>
              <a:rPr kumimoji="0" lang="en-GB" sz="1400" b="0" i="0" u="sng" strike="noStrike" kern="1200" cap="none" spc="0" normalizeH="0" baseline="0" noProof="0">
                <a:ln>
                  <a:noFill/>
                </a:ln>
                <a:solidFill>
                  <a:prstClr val="black"/>
                </a:solidFill>
                <a:effectLst/>
                <a:uLnTx/>
                <a:uFillTx/>
                <a:latin typeface="Equinor Medium" panose="020B0603050302040203" pitchFamily="34" charset="0"/>
                <a:ea typeface="+mn-ea"/>
                <a:cs typeface="+mn-cs"/>
              </a:rPr>
              <a:t> when you need more contrast:</a:t>
            </a:r>
            <a:endParaRPr lang="en-GB" noProof="0"/>
          </a:p>
        </p:txBody>
      </p:sp>
      <p:sp>
        <p:nvSpPr>
          <p:cNvPr id="74" name="Rectangle 73">
            <a:extLst>
              <a:ext uri="{FF2B5EF4-FFF2-40B4-BE49-F238E27FC236}">
                <a16:creationId xmlns:a16="http://schemas.microsoft.com/office/drawing/2014/main" id="{2EA7B77E-5A74-4FC7-8B9E-E878C71F3FAB}"/>
              </a:ext>
            </a:extLst>
          </p:cNvPr>
          <p:cNvSpPr/>
          <p:nvPr userDrawn="1"/>
        </p:nvSpPr>
        <p:spPr>
          <a:xfrm>
            <a:off x="3551946" y="4683409"/>
            <a:ext cx="3983783" cy="307777"/>
          </a:xfrm>
          <a:prstGeom prst="rect">
            <a:avLst/>
          </a:prstGeom>
        </p:spPr>
        <p:txBody>
          <a:bodyPr wrap="none">
            <a:spAutoFit/>
          </a:bodyPr>
          <a:lstStyle/>
          <a:p>
            <a:r>
              <a:rPr kumimoji="0" lang="en-GB" sz="1400" b="0" i="0" u="sng" strike="noStrike" kern="1200" cap="none" spc="0" normalizeH="0" baseline="0" noProof="0">
                <a:ln>
                  <a:noFill/>
                </a:ln>
                <a:solidFill>
                  <a:prstClr val="black"/>
                </a:solidFill>
                <a:effectLst/>
                <a:uLnTx/>
                <a:uFillTx/>
                <a:latin typeface="Equinor Medium" panose="020B0603050302040203" pitchFamily="34" charset="0"/>
                <a:ea typeface="+mn-ea"/>
                <a:cs typeface="+mn-cs"/>
              </a:rPr>
              <a:t>Different tints to use on charts and infographics:</a:t>
            </a:r>
            <a:endParaRPr lang="en-GB" noProof="0"/>
          </a:p>
        </p:txBody>
      </p:sp>
      <p:grpSp>
        <p:nvGrpSpPr>
          <p:cNvPr id="78" name="Group 77">
            <a:extLst>
              <a:ext uri="{FF2B5EF4-FFF2-40B4-BE49-F238E27FC236}">
                <a16:creationId xmlns:a16="http://schemas.microsoft.com/office/drawing/2014/main" id="{C6632EE5-9A9D-459E-A254-E25220CD72D7}"/>
              </a:ext>
            </a:extLst>
          </p:cNvPr>
          <p:cNvGrpSpPr/>
          <p:nvPr userDrawn="1"/>
        </p:nvGrpSpPr>
        <p:grpSpPr>
          <a:xfrm rot="16200000">
            <a:off x="4320578" y="4504301"/>
            <a:ext cx="155539" cy="1509130"/>
            <a:chOff x="12302028" y="154594"/>
            <a:chExt cx="155539" cy="1509130"/>
          </a:xfrm>
        </p:grpSpPr>
        <p:sp>
          <p:nvSpPr>
            <p:cNvPr id="79" name="Rectangle 188">
              <a:extLst>
                <a:ext uri="{FF2B5EF4-FFF2-40B4-BE49-F238E27FC236}">
                  <a16:creationId xmlns:a16="http://schemas.microsoft.com/office/drawing/2014/main" id="{93B98694-5CDD-44CA-A397-394D522D6FAE}"/>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89">
              <a:extLst>
                <a:ext uri="{FF2B5EF4-FFF2-40B4-BE49-F238E27FC236}">
                  <a16:creationId xmlns:a16="http://schemas.microsoft.com/office/drawing/2014/main" id="{DEB1628A-A422-42DB-BCA4-023804DEBDB6}"/>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90">
              <a:extLst>
                <a:ext uri="{FF2B5EF4-FFF2-40B4-BE49-F238E27FC236}">
                  <a16:creationId xmlns:a16="http://schemas.microsoft.com/office/drawing/2014/main" id="{4E526B04-FE6E-4703-8265-93E819C834F8}"/>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91">
              <a:extLst>
                <a:ext uri="{FF2B5EF4-FFF2-40B4-BE49-F238E27FC236}">
                  <a16:creationId xmlns:a16="http://schemas.microsoft.com/office/drawing/2014/main" id="{40E543F4-74C9-4458-9288-2D986D5CBDF4}"/>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3" name="Rectangle 192">
              <a:extLst>
                <a:ext uri="{FF2B5EF4-FFF2-40B4-BE49-F238E27FC236}">
                  <a16:creationId xmlns:a16="http://schemas.microsoft.com/office/drawing/2014/main" id="{AED80F77-9904-4F82-AA14-76102624F12F}"/>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4" name="Rectangle 31">
              <a:extLst>
                <a:ext uri="{FF2B5EF4-FFF2-40B4-BE49-F238E27FC236}">
                  <a16:creationId xmlns:a16="http://schemas.microsoft.com/office/drawing/2014/main" id="{482395E8-3386-4667-ACF3-CCBC41A88A4C}"/>
                </a:ext>
              </a:extLst>
            </p:cNvPr>
            <p:cNvSpPr/>
            <p:nvPr userDrawn="1"/>
          </p:nvSpPr>
          <p:spPr>
            <a:xfrm>
              <a:off x="12302028" y="381213"/>
              <a:ext cx="155539" cy="15298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5" name="Rectangle 33">
              <a:extLst>
                <a:ext uri="{FF2B5EF4-FFF2-40B4-BE49-F238E27FC236}">
                  <a16:creationId xmlns:a16="http://schemas.microsoft.com/office/drawing/2014/main" id="{BF8AC9EE-524A-4EE8-BF85-BA6A56410EC4}"/>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6" name="Rectangle 192">
              <a:extLst>
                <a:ext uri="{FF2B5EF4-FFF2-40B4-BE49-F238E27FC236}">
                  <a16:creationId xmlns:a16="http://schemas.microsoft.com/office/drawing/2014/main" id="{73D5C493-2024-4B1E-A927-4E3BF2520FF4}"/>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pic>
        <p:nvPicPr>
          <p:cNvPr id="87" name="Picture 86">
            <a:extLst>
              <a:ext uri="{FF2B5EF4-FFF2-40B4-BE49-F238E27FC236}">
                <a16:creationId xmlns:a16="http://schemas.microsoft.com/office/drawing/2014/main" id="{B18CD131-AFB4-426F-9C86-CECEF6A905D3}"/>
              </a:ext>
            </a:extLst>
          </p:cNvPr>
          <p:cNvPicPr>
            <a:picLocks noChangeAspect="1"/>
          </p:cNvPicPr>
          <p:nvPr userDrawn="1"/>
        </p:nvPicPr>
        <p:blipFill>
          <a:blip r:embed="rId2"/>
          <a:stretch>
            <a:fillRect/>
          </a:stretch>
        </p:blipFill>
        <p:spPr>
          <a:xfrm>
            <a:off x="8456009" y="563402"/>
            <a:ext cx="3521851" cy="5727670"/>
          </a:xfrm>
          <a:prstGeom prst="rect">
            <a:avLst/>
          </a:prstGeom>
        </p:spPr>
      </p:pic>
    </p:spTree>
    <p:extLst>
      <p:ext uri="{BB962C8B-B14F-4D97-AF65-F5344CB8AC3E}">
        <p14:creationId xmlns:p14="http://schemas.microsoft.com/office/powerpoint/2010/main" val="3758912119"/>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58EDB7-2099-41D3-A175-DAC6E212AAF8}"/>
              </a:ext>
            </a:extLst>
          </p:cNvPr>
          <p:cNvSpPr>
            <a:spLocks noGrp="1"/>
          </p:cNvSpPr>
          <p:nvPr>
            <p:ph type="title"/>
          </p:nvPr>
        </p:nvSpPr>
        <p:spPr>
          <a:xfrm>
            <a:off x="695325" y="800100"/>
            <a:ext cx="10801350" cy="1152525"/>
          </a:xfrm>
          <a:prstGeom prst="rect">
            <a:avLst/>
          </a:prstGeom>
        </p:spPr>
        <p:txBody>
          <a:bodyPr vert="horz" lIns="0" tIns="216000" rIns="0" bIns="72000" rtlCol="0" anchor="t">
            <a:noAutofit/>
          </a:bodyPr>
          <a:lstStyle/>
          <a:p>
            <a:r>
              <a:rPr lang="en-US" noProof="0"/>
              <a:t>Click to edit Master title style</a:t>
            </a:r>
            <a:endParaRPr lang="en-GB" noProof="0"/>
          </a:p>
        </p:txBody>
      </p:sp>
      <p:sp>
        <p:nvSpPr>
          <p:cNvPr id="3" name="Text Placeholder 2">
            <a:extLst>
              <a:ext uri="{FF2B5EF4-FFF2-40B4-BE49-F238E27FC236}">
                <a16:creationId xmlns:a16="http://schemas.microsoft.com/office/drawing/2014/main" id="{75D17EAE-7603-437B-BEF7-B208D7061457}"/>
              </a:ext>
            </a:extLst>
          </p:cNvPr>
          <p:cNvSpPr>
            <a:spLocks noGrp="1"/>
          </p:cNvSpPr>
          <p:nvPr>
            <p:ph type="body" idx="1"/>
          </p:nvPr>
        </p:nvSpPr>
        <p:spPr>
          <a:xfrm>
            <a:off x="695325" y="2024063"/>
            <a:ext cx="10801350" cy="421681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33" name="Slide Number Placeholder 5">
            <a:extLst>
              <a:ext uri="{FF2B5EF4-FFF2-40B4-BE49-F238E27FC236}">
                <a16:creationId xmlns:a16="http://schemas.microsoft.com/office/drawing/2014/main" id="{DEF3BA3A-53B3-4BA4-830A-4527AF9F325A}"/>
              </a:ext>
            </a:extLst>
          </p:cNvPr>
          <p:cNvSpPr>
            <a:spLocks noGrp="1"/>
          </p:cNvSpPr>
          <p:nvPr>
            <p:ph type="sldNum" sz="quarter" idx="4"/>
          </p:nvPr>
        </p:nvSpPr>
        <p:spPr>
          <a:xfrm>
            <a:off x="695324" y="6596187"/>
            <a:ext cx="245260" cy="217625"/>
          </a:xfrm>
          <a:prstGeom prst="rect">
            <a:avLst/>
          </a:prstGeom>
        </p:spPr>
        <p:txBody>
          <a:bodyPr vert="horz" wrap="none" lIns="0" tIns="46800" rIns="0" bIns="46800" rtlCol="0" anchor="ctr">
            <a:spAutoFit/>
          </a:bodyPr>
          <a:lstStyle>
            <a:lvl1pPr algn="l">
              <a:defRPr sz="800">
                <a:solidFill>
                  <a:srgbClr val="7C8F98"/>
                </a:solidFill>
                <a:latin typeface="+mn-lt"/>
              </a:defRPr>
            </a:lvl1pPr>
          </a:lstStyle>
          <a:p>
            <a:fld id="{5D1E5300-FC0F-4317-A193-EF6CE9E6F7B5}" type="slidenum">
              <a:rPr lang="en-GB" smtClean="0"/>
              <a:pPr/>
              <a:t>‹#›</a:t>
            </a:fld>
            <a:r>
              <a:rPr lang="en-GB"/>
              <a:t>  |  </a:t>
            </a:r>
            <a:endParaRPr lang="en-GB" noProof="0"/>
          </a:p>
        </p:txBody>
      </p:sp>
      <p:sp>
        <p:nvSpPr>
          <p:cNvPr id="36" name="Classification">
            <a:extLst>
              <a:ext uri="{FF2B5EF4-FFF2-40B4-BE49-F238E27FC236}">
                <a16:creationId xmlns:a16="http://schemas.microsoft.com/office/drawing/2014/main" id="{CCE8DDFB-884A-4040-A8EB-D8221E682614}"/>
              </a:ext>
            </a:extLst>
          </p:cNvPr>
          <p:cNvSpPr txBox="1"/>
          <p:nvPr userDrawn="1"/>
        </p:nvSpPr>
        <p:spPr>
          <a:xfrm>
            <a:off x="9756774" y="6597278"/>
            <a:ext cx="1739900" cy="215444"/>
          </a:xfrm>
          <a:prstGeom prst="rect">
            <a:avLst/>
          </a:prstGeom>
        </p:spPr>
        <p:txBody>
          <a:bodyPr vert="horz" lIns="0" tIns="45720" rIns="0" bIns="45720" rtlCol="0" anchor="ctr">
            <a:spAutoFit/>
          </a:bodyPr>
          <a:lstStyle>
            <a:defPPr>
              <a:defRPr lang="en-US"/>
            </a:defPPr>
            <a:lvl1pPr algn="r">
              <a:defRPr sz="800">
                <a:solidFill>
                  <a:srgbClr val="7C8F98"/>
                </a:solidFill>
                <a:latin typeface="Verdana" panose="00000500000000000000" pitchFamily="50" charset="0"/>
              </a:defRPr>
            </a:lvl1pPr>
          </a:lstStyle>
          <a:p>
            <a:pPr lvl="0"/>
            <a:r>
              <a:rPr lang="en-GB" noProof="0">
                <a:latin typeface="+mn-lt"/>
              </a:rPr>
              <a:t>Open</a:t>
            </a:r>
          </a:p>
        </p:txBody>
      </p:sp>
      <p:sp>
        <p:nvSpPr>
          <p:cNvPr id="37" name="DateBox">
            <a:extLst>
              <a:ext uri="{FF2B5EF4-FFF2-40B4-BE49-F238E27FC236}">
                <a16:creationId xmlns:a16="http://schemas.microsoft.com/office/drawing/2014/main" id="{66CDF6A4-3F2C-4A0A-88CC-5D8A55FE1230}"/>
              </a:ext>
            </a:extLst>
          </p:cNvPr>
          <p:cNvSpPr txBox="1"/>
          <p:nvPr userDrawn="1"/>
        </p:nvSpPr>
        <p:spPr>
          <a:xfrm>
            <a:off x="9756774" y="6597278"/>
            <a:ext cx="1739900" cy="215444"/>
          </a:xfrm>
          <a:prstGeom prst="rect">
            <a:avLst/>
          </a:prstGeom>
        </p:spPr>
        <p:txBody>
          <a:bodyPr vert="horz" lIns="0" tIns="45720" rIns="0" bIns="45720" rtlCol="0" anchor="ctr">
            <a:spAutoFit/>
          </a:bodyPr>
          <a:lstStyle>
            <a:defPPr>
              <a:defRPr lang="en-US"/>
            </a:defPPr>
            <a:lvl1pPr algn="r">
              <a:defRPr sz="800">
                <a:solidFill>
                  <a:srgbClr val="7C8F98"/>
                </a:solidFill>
                <a:latin typeface="Verdana" panose="00000500000000000000" pitchFamily="50" charset="0"/>
              </a:defRPr>
            </a:lvl1pPr>
          </a:lstStyle>
          <a:p>
            <a:pPr lvl="0"/>
            <a:endParaRPr lang="en-GB" noProof="0">
              <a:latin typeface="+mn-lt"/>
            </a:endParaRPr>
          </a:p>
        </p:txBody>
      </p:sp>
      <p:sp>
        <p:nvSpPr>
          <p:cNvPr id="4" name="isEquinor" hidden="1">
            <a:extLst>
              <a:ext uri="{FF2B5EF4-FFF2-40B4-BE49-F238E27FC236}">
                <a16:creationId xmlns:a16="http://schemas.microsoft.com/office/drawing/2014/main" id="{5118DC7A-7735-4C04-9A17-53916530E1F8}"/>
              </a:ext>
            </a:extLst>
          </p:cNvPr>
          <p:cNvSpPr/>
          <p:nvPr userDrawn="1"/>
        </p:nvSpPr>
        <p:spPr>
          <a:xfrm>
            <a:off x="349624" y="242047"/>
            <a:ext cx="2050676" cy="2016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 name="Group 4">
            <a:extLst>
              <a:ext uri="{FF2B5EF4-FFF2-40B4-BE49-F238E27FC236}">
                <a16:creationId xmlns:a16="http://schemas.microsoft.com/office/drawing/2014/main" id="{827A7A49-8001-473E-BA76-CA0689EBB3F5}"/>
              </a:ext>
            </a:extLst>
          </p:cNvPr>
          <p:cNvGrpSpPr/>
          <p:nvPr userDrawn="1"/>
        </p:nvGrpSpPr>
        <p:grpSpPr>
          <a:xfrm>
            <a:off x="12302028" y="1854300"/>
            <a:ext cx="155539" cy="1166719"/>
            <a:chOff x="12302028" y="1799637"/>
            <a:chExt cx="155539" cy="1166719"/>
          </a:xfrm>
        </p:grpSpPr>
        <p:sp>
          <p:nvSpPr>
            <p:cNvPr id="62" name="Rectangle 156">
              <a:extLst>
                <a:ext uri="{FF2B5EF4-FFF2-40B4-BE49-F238E27FC236}">
                  <a16:creationId xmlns:a16="http://schemas.microsoft.com/office/drawing/2014/main" id="{E78D48BD-44EA-4289-93C7-C7B14E868E48}"/>
                </a:ext>
              </a:extLst>
            </p:cNvPr>
            <p:cNvSpPr/>
            <p:nvPr userDrawn="1"/>
          </p:nvSpPr>
          <p:spPr>
            <a:xfrm>
              <a:off x="12302028" y="2408463"/>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3" name="Rectangle 157">
              <a:extLst>
                <a:ext uri="{FF2B5EF4-FFF2-40B4-BE49-F238E27FC236}">
                  <a16:creationId xmlns:a16="http://schemas.microsoft.com/office/drawing/2014/main" id="{9FD138CF-0728-41FF-A8D3-5D174C4B4FE7}"/>
                </a:ext>
              </a:extLst>
            </p:cNvPr>
            <p:cNvSpPr/>
            <p:nvPr userDrawn="1"/>
          </p:nvSpPr>
          <p:spPr>
            <a:xfrm>
              <a:off x="12302028" y="2611078"/>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4" name="Rectangle 158">
              <a:extLst>
                <a:ext uri="{FF2B5EF4-FFF2-40B4-BE49-F238E27FC236}">
                  <a16:creationId xmlns:a16="http://schemas.microsoft.com/office/drawing/2014/main" id="{432A8AF6-546D-402E-9D49-1A29A70980EE}"/>
                </a:ext>
              </a:extLst>
            </p:cNvPr>
            <p:cNvSpPr/>
            <p:nvPr userDrawn="1"/>
          </p:nvSpPr>
          <p:spPr>
            <a:xfrm>
              <a:off x="12302028" y="2813695"/>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7" name="Rectangle 173">
              <a:extLst>
                <a:ext uri="{FF2B5EF4-FFF2-40B4-BE49-F238E27FC236}">
                  <a16:creationId xmlns:a16="http://schemas.microsoft.com/office/drawing/2014/main" id="{27D23A9D-221E-49B5-9E9D-ADA513CB248C}"/>
                </a:ext>
              </a:extLst>
            </p:cNvPr>
            <p:cNvSpPr/>
            <p:nvPr userDrawn="1"/>
          </p:nvSpPr>
          <p:spPr>
            <a:xfrm>
              <a:off x="12302028" y="220552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2" name="Rectangle 183">
              <a:extLst>
                <a:ext uri="{FF2B5EF4-FFF2-40B4-BE49-F238E27FC236}">
                  <a16:creationId xmlns:a16="http://schemas.microsoft.com/office/drawing/2014/main" id="{2378C9B4-D68F-4146-9079-BEFB434290E2}"/>
                </a:ext>
              </a:extLst>
            </p:cNvPr>
            <p:cNvSpPr/>
            <p:nvPr userDrawn="1"/>
          </p:nvSpPr>
          <p:spPr>
            <a:xfrm>
              <a:off x="12302028" y="1799637"/>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4" name="Rectangle 200">
              <a:extLst>
                <a:ext uri="{FF2B5EF4-FFF2-40B4-BE49-F238E27FC236}">
                  <a16:creationId xmlns:a16="http://schemas.microsoft.com/office/drawing/2014/main" id="{F03760DB-EA47-434A-B466-05565A32C6FF}"/>
                </a:ext>
              </a:extLst>
            </p:cNvPr>
            <p:cNvSpPr/>
            <p:nvPr userDrawn="1"/>
          </p:nvSpPr>
          <p:spPr>
            <a:xfrm>
              <a:off x="12302028" y="200257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7" name="Group 6">
            <a:extLst>
              <a:ext uri="{FF2B5EF4-FFF2-40B4-BE49-F238E27FC236}">
                <a16:creationId xmlns:a16="http://schemas.microsoft.com/office/drawing/2014/main" id="{37DAF0D0-ACD8-40B8-B3A5-D21A7F835F43}"/>
              </a:ext>
            </a:extLst>
          </p:cNvPr>
          <p:cNvGrpSpPr/>
          <p:nvPr userDrawn="1"/>
        </p:nvGrpSpPr>
        <p:grpSpPr>
          <a:xfrm>
            <a:off x="12302028" y="0"/>
            <a:ext cx="155539" cy="1509130"/>
            <a:chOff x="12302028" y="154594"/>
            <a:chExt cx="155539" cy="1509130"/>
          </a:xfrm>
        </p:grpSpPr>
        <p:sp>
          <p:nvSpPr>
            <p:cNvPr id="47" name="Rectangle 188">
              <a:extLst>
                <a:ext uri="{FF2B5EF4-FFF2-40B4-BE49-F238E27FC236}">
                  <a16:creationId xmlns:a16="http://schemas.microsoft.com/office/drawing/2014/main" id="{5B3F9E9D-ACF6-4A22-870C-0C30F607A9CC}"/>
                </a:ext>
              </a:extLst>
            </p:cNvPr>
            <p:cNvSpPr/>
            <p:nvPr userDrawn="1"/>
          </p:nvSpPr>
          <p:spPr>
            <a:xfrm>
              <a:off x="12302028" y="614376"/>
              <a:ext cx="155539" cy="152988"/>
            </a:xfrm>
            <a:prstGeom prst="rect">
              <a:avLst/>
            </a:prstGeom>
            <a:solidFill>
              <a:srgbClr val="FF124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8" name="Rectangle 189">
              <a:extLst>
                <a:ext uri="{FF2B5EF4-FFF2-40B4-BE49-F238E27FC236}">
                  <a16:creationId xmlns:a16="http://schemas.microsoft.com/office/drawing/2014/main" id="{7116CF94-F70B-4919-A841-5787D3F6F9DA}"/>
                </a:ext>
              </a:extLst>
            </p:cNvPr>
            <p:cNvSpPr/>
            <p:nvPr userDrawn="1"/>
          </p:nvSpPr>
          <p:spPr>
            <a:xfrm>
              <a:off x="12302028" y="793012"/>
              <a:ext cx="155539" cy="152988"/>
            </a:xfrm>
            <a:prstGeom prst="rect">
              <a:avLst/>
            </a:prstGeom>
            <a:solidFill>
              <a:srgbClr val="FF597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9" name="Rectangle 190">
              <a:extLst>
                <a:ext uri="{FF2B5EF4-FFF2-40B4-BE49-F238E27FC236}">
                  <a16:creationId xmlns:a16="http://schemas.microsoft.com/office/drawing/2014/main" id="{F2F18B1B-9427-4683-834D-98C65E17B924}"/>
                </a:ext>
              </a:extLst>
            </p:cNvPr>
            <p:cNvSpPr/>
            <p:nvPr userDrawn="1"/>
          </p:nvSpPr>
          <p:spPr>
            <a:xfrm>
              <a:off x="12302028" y="971648"/>
              <a:ext cx="155539" cy="152988"/>
            </a:xfrm>
            <a:prstGeom prst="rect">
              <a:avLst/>
            </a:prstGeom>
            <a:solidFill>
              <a:srgbClr val="FF88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0" name="Rectangle 191">
              <a:extLst>
                <a:ext uri="{FF2B5EF4-FFF2-40B4-BE49-F238E27FC236}">
                  <a16:creationId xmlns:a16="http://schemas.microsoft.com/office/drawing/2014/main" id="{C1277067-EB6D-432E-9A7B-5627702A924A}"/>
                </a:ext>
              </a:extLst>
            </p:cNvPr>
            <p:cNvSpPr/>
            <p:nvPr userDrawn="1"/>
          </p:nvSpPr>
          <p:spPr>
            <a:xfrm>
              <a:off x="12302028" y="1150284"/>
              <a:ext cx="155539" cy="152988"/>
            </a:xfrm>
            <a:prstGeom prst="rect">
              <a:avLst/>
            </a:prstGeom>
            <a:solidFill>
              <a:srgbClr val="FFB7C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1" name="Rectangle 192">
              <a:extLst>
                <a:ext uri="{FF2B5EF4-FFF2-40B4-BE49-F238E27FC236}">
                  <a16:creationId xmlns:a16="http://schemas.microsoft.com/office/drawing/2014/main" id="{717C5AF8-86FC-49E3-9772-DB9A675C23F8}"/>
                </a:ext>
              </a:extLst>
            </p:cNvPr>
            <p:cNvSpPr/>
            <p:nvPr userDrawn="1"/>
          </p:nvSpPr>
          <p:spPr>
            <a:xfrm>
              <a:off x="12302028" y="1328920"/>
              <a:ext cx="155539" cy="152988"/>
            </a:xfrm>
            <a:prstGeom prst="rect">
              <a:avLst/>
            </a:prstGeom>
            <a:solidFill>
              <a:srgbClr val="FFD0D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5" name="Rectangle 31">
              <a:extLst>
                <a:ext uri="{FF2B5EF4-FFF2-40B4-BE49-F238E27FC236}">
                  <a16:creationId xmlns:a16="http://schemas.microsoft.com/office/drawing/2014/main" id="{171DA608-F0B0-42E0-AB80-B95EBBF909C6}"/>
                </a:ext>
              </a:extLst>
            </p:cNvPr>
            <p:cNvSpPr/>
            <p:nvPr userDrawn="1"/>
          </p:nvSpPr>
          <p:spPr>
            <a:xfrm>
              <a:off x="12302028" y="381213"/>
              <a:ext cx="155539" cy="152988"/>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6" name="Rectangle 33">
              <a:extLst>
                <a:ext uri="{FF2B5EF4-FFF2-40B4-BE49-F238E27FC236}">
                  <a16:creationId xmlns:a16="http://schemas.microsoft.com/office/drawing/2014/main" id="{DF77855B-084A-4ED0-9ECF-44C4A56916F6}"/>
                </a:ext>
              </a:extLst>
            </p:cNvPr>
            <p:cNvSpPr/>
            <p:nvPr userDrawn="1"/>
          </p:nvSpPr>
          <p:spPr>
            <a:xfrm>
              <a:off x="12302028" y="154594"/>
              <a:ext cx="155539" cy="152988"/>
            </a:xfrm>
            <a:prstGeom prst="rect">
              <a:avLst/>
            </a:prstGeom>
            <a:solidFill>
              <a:srgbClr val="33333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0" name="Rectangle 192">
              <a:extLst>
                <a:ext uri="{FF2B5EF4-FFF2-40B4-BE49-F238E27FC236}">
                  <a16:creationId xmlns:a16="http://schemas.microsoft.com/office/drawing/2014/main" id="{1115EA0D-81DB-4110-A5E4-04A769148080}"/>
                </a:ext>
              </a:extLst>
            </p:cNvPr>
            <p:cNvSpPr/>
            <p:nvPr userDrawn="1"/>
          </p:nvSpPr>
          <p:spPr>
            <a:xfrm>
              <a:off x="12302028" y="1510736"/>
              <a:ext cx="155539" cy="152988"/>
            </a:xfrm>
            <a:prstGeom prst="rect">
              <a:avLst/>
            </a:prstGeom>
            <a:solidFill>
              <a:srgbClr val="FFECF0"/>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grpSp>
        <p:nvGrpSpPr>
          <p:cNvPr id="6" name="Group 5">
            <a:extLst>
              <a:ext uri="{FF2B5EF4-FFF2-40B4-BE49-F238E27FC236}">
                <a16:creationId xmlns:a16="http://schemas.microsoft.com/office/drawing/2014/main" id="{4182B176-C014-4DDE-BA89-F435D837208D}"/>
              </a:ext>
            </a:extLst>
          </p:cNvPr>
          <p:cNvGrpSpPr/>
          <p:nvPr userDrawn="1"/>
        </p:nvGrpSpPr>
        <p:grpSpPr>
          <a:xfrm>
            <a:off x="12302028" y="3366188"/>
            <a:ext cx="155539" cy="3491812"/>
            <a:chOff x="12302028" y="3266863"/>
            <a:chExt cx="155539" cy="3491812"/>
          </a:xfrm>
        </p:grpSpPr>
        <p:sp>
          <p:nvSpPr>
            <p:cNvPr id="58" name="Rectangle 174">
              <a:extLst>
                <a:ext uri="{FF2B5EF4-FFF2-40B4-BE49-F238E27FC236}">
                  <a16:creationId xmlns:a16="http://schemas.microsoft.com/office/drawing/2014/main" id="{02A3DA5E-BF8B-4327-88ED-C198DDF73098}"/>
                </a:ext>
              </a:extLst>
            </p:cNvPr>
            <p:cNvSpPr/>
            <p:nvPr userDrawn="1"/>
          </p:nvSpPr>
          <p:spPr>
            <a:xfrm>
              <a:off x="12302028" y="4249448"/>
              <a:ext cx="155539" cy="152988"/>
            </a:xfrm>
            <a:prstGeom prst="rect">
              <a:avLst/>
            </a:prstGeom>
            <a:solidFill>
              <a:srgbClr val="4C9BA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9" name="Rectangle 175">
              <a:extLst>
                <a:ext uri="{FF2B5EF4-FFF2-40B4-BE49-F238E27FC236}">
                  <a16:creationId xmlns:a16="http://schemas.microsoft.com/office/drawing/2014/main" id="{E70035CD-B6EE-4D95-947D-40D429667611}"/>
                </a:ext>
              </a:extLst>
            </p:cNvPr>
            <p:cNvSpPr/>
            <p:nvPr userDrawn="1"/>
          </p:nvSpPr>
          <p:spPr>
            <a:xfrm>
              <a:off x="12302028" y="4445965"/>
              <a:ext cx="155539" cy="152988"/>
            </a:xfrm>
            <a:prstGeom prst="rect">
              <a:avLst/>
            </a:prstGeom>
            <a:solidFill>
              <a:srgbClr val="7FB7B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0" name="Rectangle 176">
              <a:extLst>
                <a:ext uri="{FF2B5EF4-FFF2-40B4-BE49-F238E27FC236}">
                  <a16:creationId xmlns:a16="http://schemas.microsoft.com/office/drawing/2014/main" id="{1B83D00E-7DAF-4134-AC2B-C9F555D8DB9F}"/>
                </a:ext>
              </a:extLst>
            </p:cNvPr>
            <p:cNvSpPr/>
            <p:nvPr userDrawn="1"/>
          </p:nvSpPr>
          <p:spPr>
            <a:xfrm>
              <a:off x="12302028" y="4642482"/>
              <a:ext cx="155539" cy="152988"/>
            </a:xfrm>
            <a:prstGeom prst="rect">
              <a:avLst/>
            </a:prstGeom>
            <a:solidFill>
              <a:srgbClr val="B2D4D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5" name="Rectangle 189">
              <a:extLst>
                <a:ext uri="{FF2B5EF4-FFF2-40B4-BE49-F238E27FC236}">
                  <a16:creationId xmlns:a16="http://schemas.microsoft.com/office/drawing/2014/main" id="{98BCB360-567B-40E8-8A07-0F268CB0D1F0}"/>
                </a:ext>
              </a:extLst>
            </p:cNvPr>
            <p:cNvSpPr/>
            <p:nvPr userDrawn="1"/>
          </p:nvSpPr>
          <p:spPr>
            <a:xfrm>
              <a:off x="12302028" y="3463380"/>
              <a:ext cx="155539" cy="152988"/>
            </a:xfrm>
            <a:prstGeom prst="rect">
              <a:avLst/>
            </a:prstGeom>
            <a:solidFill>
              <a:srgbClr val="65737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6" name="Rectangle 190">
              <a:extLst>
                <a:ext uri="{FF2B5EF4-FFF2-40B4-BE49-F238E27FC236}">
                  <a16:creationId xmlns:a16="http://schemas.microsoft.com/office/drawing/2014/main" id="{8C19107A-B9AF-4064-ADD7-4E0AF90CDB17}"/>
                </a:ext>
              </a:extLst>
            </p:cNvPr>
            <p:cNvSpPr/>
            <p:nvPr userDrawn="1"/>
          </p:nvSpPr>
          <p:spPr>
            <a:xfrm>
              <a:off x="12302028" y="3659897"/>
              <a:ext cx="155539" cy="152988"/>
            </a:xfrm>
            <a:prstGeom prst="rect">
              <a:avLst/>
            </a:prstGeom>
            <a:solidFill>
              <a:srgbClr val="919BA2"/>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7" name="Rectangle 191">
              <a:extLst>
                <a:ext uri="{FF2B5EF4-FFF2-40B4-BE49-F238E27FC236}">
                  <a16:creationId xmlns:a16="http://schemas.microsoft.com/office/drawing/2014/main" id="{4EEFAC6A-FAB4-40E1-BB60-C07E47577FAF}"/>
                </a:ext>
              </a:extLst>
            </p:cNvPr>
            <p:cNvSpPr/>
            <p:nvPr userDrawn="1"/>
          </p:nvSpPr>
          <p:spPr>
            <a:xfrm>
              <a:off x="12302028" y="3856414"/>
              <a:ext cx="155539" cy="152988"/>
            </a:xfrm>
            <a:prstGeom prst="rect">
              <a:avLst/>
            </a:prstGeom>
            <a:solidFill>
              <a:srgbClr val="BDC3C7"/>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1" name="Rectangle 183">
              <a:extLst>
                <a:ext uri="{FF2B5EF4-FFF2-40B4-BE49-F238E27FC236}">
                  <a16:creationId xmlns:a16="http://schemas.microsoft.com/office/drawing/2014/main" id="{29E0140B-F3B1-422C-B490-35D86FB83189}"/>
                </a:ext>
              </a:extLst>
            </p:cNvPr>
            <p:cNvSpPr/>
            <p:nvPr userDrawn="1"/>
          </p:nvSpPr>
          <p:spPr>
            <a:xfrm>
              <a:off x="12302028" y="3266863"/>
              <a:ext cx="155539" cy="152988"/>
            </a:xfrm>
            <a:prstGeom prst="rect">
              <a:avLst/>
            </a:prstGeom>
            <a:solidFill>
              <a:srgbClr val="24374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2" name="Rectangle 173">
              <a:extLst>
                <a:ext uri="{FF2B5EF4-FFF2-40B4-BE49-F238E27FC236}">
                  <a16:creationId xmlns:a16="http://schemas.microsoft.com/office/drawing/2014/main" id="{C7FE3B17-CED1-4A04-9925-C09E87226FD5}"/>
                </a:ext>
              </a:extLst>
            </p:cNvPr>
            <p:cNvSpPr/>
            <p:nvPr userDrawn="1"/>
          </p:nvSpPr>
          <p:spPr>
            <a:xfrm>
              <a:off x="12302028" y="4052931"/>
              <a:ext cx="155539" cy="152988"/>
            </a:xfrm>
            <a:prstGeom prst="rect">
              <a:avLst/>
            </a:prstGeom>
            <a:solidFill>
              <a:srgbClr val="00707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3" name="Rectangle 156">
              <a:extLst>
                <a:ext uri="{FF2B5EF4-FFF2-40B4-BE49-F238E27FC236}">
                  <a16:creationId xmlns:a16="http://schemas.microsoft.com/office/drawing/2014/main" id="{C14440A4-47E3-4F17-AEEF-D7AF17E16B5F}"/>
                </a:ext>
              </a:extLst>
            </p:cNvPr>
            <p:cNvSpPr/>
            <p:nvPr userDrawn="1"/>
          </p:nvSpPr>
          <p:spPr>
            <a:xfrm>
              <a:off x="12302028" y="5821257"/>
              <a:ext cx="155539" cy="152661"/>
            </a:xfrm>
            <a:prstGeom prst="rect">
              <a:avLst/>
            </a:prstGeom>
            <a:solidFill>
              <a:srgbClr val="EAF4F9"/>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4" name="Rectangle 157">
              <a:extLst>
                <a:ext uri="{FF2B5EF4-FFF2-40B4-BE49-F238E27FC236}">
                  <a16:creationId xmlns:a16="http://schemas.microsoft.com/office/drawing/2014/main" id="{51A3D31B-793D-41FC-877E-08DEC59C12CC}"/>
                </a:ext>
              </a:extLst>
            </p:cNvPr>
            <p:cNvSpPr/>
            <p:nvPr userDrawn="1"/>
          </p:nvSpPr>
          <p:spPr>
            <a:xfrm>
              <a:off x="12302028" y="6213637"/>
              <a:ext cx="155539" cy="152661"/>
            </a:xfrm>
            <a:prstGeom prst="rect">
              <a:avLst/>
            </a:prstGeom>
            <a:solidFill>
              <a:srgbClr val="F2FCF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5" name="Rectangle 158">
              <a:extLst>
                <a:ext uri="{FF2B5EF4-FFF2-40B4-BE49-F238E27FC236}">
                  <a16:creationId xmlns:a16="http://schemas.microsoft.com/office/drawing/2014/main" id="{74BA2002-B77B-40DC-AD5A-3A4097786E46}"/>
                </a:ext>
              </a:extLst>
            </p:cNvPr>
            <p:cNvSpPr/>
            <p:nvPr userDrawn="1"/>
          </p:nvSpPr>
          <p:spPr>
            <a:xfrm>
              <a:off x="12302028" y="6606014"/>
              <a:ext cx="155539" cy="152661"/>
            </a:xfrm>
            <a:prstGeom prst="rect">
              <a:avLst/>
            </a:prstGeom>
            <a:solidFill>
              <a:srgbClr val="FFF3EA"/>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6" name="Rectangle 156">
              <a:extLst>
                <a:ext uri="{FF2B5EF4-FFF2-40B4-BE49-F238E27FC236}">
                  <a16:creationId xmlns:a16="http://schemas.microsoft.com/office/drawing/2014/main" id="{63024D63-CF5F-492F-A967-6AB50DF70668}"/>
                </a:ext>
              </a:extLst>
            </p:cNvPr>
            <p:cNvSpPr/>
            <p:nvPr userDrawn="1"/>
          </p:nvSpPr>
          <p:spPr>
            <a:xfrm>
              <a:off x="12302028" y="5625067"/>
              <a:ext cx="155539" cy="152661"/>
            </a:xfrm>
            <a:prstGeom prst="rect">
              <a:avLst/>
            </a:prstGeom>
            <a:solidFill>
              <a:srgbClr val="D5EAF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7" name="Rectangle 157">
              <a:extLst>
                <a:ext uri="{FF2B5EF4-FFF2-40B4-BE49-F238E27FC236}">
                  <a16:creationId xmlns:a16="http://schemas.microsoft.com/office/drawing/2014/main" id="{4E8D06DB-5923-4828-8ED4-17E98F05E694}"/>
                </a:ext>
              </a:extLst>
            </p:cNvPr>
            <p:cNvSpPr/>
            <p:nvPr userDrawn="1"/>
          </p:nvSpPr>
          <p:spPr>
            <a:xfrm>
              <a:off x="12302028" y="6017447"/>
              <a:ext cx="155539" cy="152661"/>
            </a:xfrm>
            <a:prstGeom prst="rect">
              <a:avLst/>
            </a:prstGeom>
            <a:solidFill>
              <a:srgbClr val="E6FAEC"/>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8" name="Rectangle 158">
              <a:extLst>
                <a:ext uri="{FF2B5EF4-FFF2-40B4-BE49-F238E27FC236}">
                  <a16:creationId xmlns:a16="http://schemas.microsoft.com/office/drawing/2014/main" id="{A1BBFF2A-3A14-4CB0-AA93-641A2A7AB0CF}"/>
                </a:ext>
              </a:extLst>
            </p:cNvPr>
            <p:cNvSpPr/>
            <p:nvPr userDrawn="1"/>
          </p:nvSpPr>
          <p:spPr>
            <a:xfrm>
              <a:off x="12302028" y="6409827"/>
              <a:ext cx="155539" cy="152661"/>
            </a:xfrm>
            <a:prstGeom prst="rect">
              <a:avLst/>
            </a:prstGeom>
            <a:solidFill>
              <a:srgbClr val="FFE7D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9" name="Rectangle 174">
              <a:extLst>
                <a:ext uri="{FF2B5EF4-FFF2-40B4-BE49-F238E27FC236}">
                  <a16:creationId xmlns:a16="http://schemas.microsoft.com/office/drawing/2014/main" id="{25A235BF-36DC-42D6-8E5A-5501836347F6}"/>
                </a:ext>
              </a:extLst>
            </p:cNvPr>
            <p:cNvSpPr/>
            <p:nvPr userDrawn="1"/>
          </p:nvSpPr>
          <p:spPr>
            <a:xfrm>
              <a:off x="12302028" y="5035516"/>
              <a:ext cx="155539" cy="152988"/>
            </a:xfrm>
            <a:prstGeom prst="rect">
              <a:avLst/>
            </a:prstGeom>
            <a:solidFill>
              <a:srgbClr val="A44C65"/>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0" name="Rectangle 175">
              <a:extLst>
                <a:ext uri="{FF2B5EF4-FFF2-40B4-BE49-F238E27FC236}">
                  <a16:creationId xmlns:a16="http://schemas.microsoft.com/office/drawing/2014/main" id="{4A3E8231-E168-42A3-AAB1-7B3F627B4967}"/>
                </a:ext>
              </a:extLst>
            </p:cNvPr>
            <p:cNvSpPr/>
            <p:nvPr userDrawn="1"/>
          </p:nvSpPr>
          <p:spPr>
            <a:xfrm>
              <a:off x="12302028" y="5232033"/>
              <a:ext cx="155539" cy="152988"/>
            </a:xfrm>
            <a:prstGeom prst="rect">
              <a:avLst/>
            </a:prstGeom>
            <a:solidFill>
              <a:srgbClr val="BE7F9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1" name="Rectangle 176">
              <a:extLst>
                <a:ext uri="{FF2B5EF4-FFF2-40B4-BE49-F238E27FC236}">
                  <a16:creationId xmlns:a16="http://schemas.microsoft.com/office/drawing/2014/main" id="{47B84FDA-3E93-4817-8212-B5BF6FF0B352}"/>
                </a:ext>
              </a:extLst>
            </p:cNvPr>
            <p:cNvSpPr/>
            <p:nvPr userDrawn="1"/>
          </p:nvSpPr>
          <p:spPr>
            <a:xfrm>
              <a:off x="12302028" y="5428550"/>
              <a:ext cx="155539" cy="152988"/>
            </a:xfrm>
            <a:prstGeom prst="rect">
              <a:avLst/>
            </a:prstGeom>
            <a:solidFill>
              <a:srgbClr val="D8B2BD"/>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2" name="Rectangle 173">
              <a:extLst>
                <a:ext uri="{FF2B5EF4-FFF2-40B4-BE49-F238E27FC236}">
                  <a16:creationId xmlns:a16="http://schemas.microsoft.com/office/drawing/2014/main" id="{8E45768F-D4FA-4ECC-9390-2E4D685D6849}"/>
                </a:ext>
              </a:extLst>
            </p:cNvPr>
            <p:cNvSpPr/>
            <p:nvPr userDrawn="1"/>
          </p:nvSpPr>
          <p:spPr>
            <a:xfrm>
              <a:off x="12302028" y="4838999"/>
              <a:ext cx="155539" cy="152988"/>
            </a:xfrm>
            <a:prstGeom prst="rect">
              <a:avLst/>
            </a:prstGeom>
            <a:solidFill>
              <a:srgbClr val="7D0023"/>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
        <p:nvSpPr>
          <p:cNvPr id="8" name="TextBox 7">
            <a:extLst>
              <a:ext uri="{FF2B5EF4-FFF2-40B4-BE49-F238E27FC236}">
                <a16:creationId xmlns:a16="http://schemas.microsoft.com/office/drawing/2014/main" id="{5969DFBF-C11C-45C4-BA6F-700C9C0BFEB8}"/>
              </a:ext>
            </a:extLst>
          </p:cNvPr>
          <p:cNvSpPr txBox="1"/>
          <p:nvPr userDrawn="1"/>
        </p:nvSpPr>
        <p:spPr>
          <a:xfrm rot="5400000">
            <a:off x="12140889" y="354987"/>
            <a:ext cx="838371" cy="123111"/>
          </a:xfrm>
          <a:prstGeom prst="rect">
            <a:avLst/>
          </a:prstGeom>
          <a:noFill/>
        </p:spPr>
        <p:txBody>
          <a:bodyPr wrap="none" lIns="0" tIns="0" rIns="0" bIns="0" rtlCol="0">
            <a:spAutoFit/>
          </a:bodyPr>
          <a:lstStyle/>
          <a:p>
            <a:r>
              <a:rPr lang="en-GB" sz="800" noProof="0">
                <a:solidFill>
                  <a:schemeClr val="bg1">
                    <a:lumMod val="65000"/>
                  </a:schemeClr>
                </a:solidFill>
              </a:rPr>
              <a:t>PRIMARY COLORS</a:t>
            </a:r>
          </a:p>
        </p:txBody>
      </p:sp>
      <p:sp>
        <p:nvSpPr>
          <p:cNvPr id="83" name="TextBox 82">
            <a:extLst>
              <a:ext uri="{FF2B5EF4-FFF2-40B4-BE49-F238E27FC236}">
                <a16:creationId xmlns:a16="http://schemas.microsoft.com/office/drawing/2014/main" id="{A0DA444B-0A3A-425B-9034-DFD39F11BCB9}"/>
              </a:ext>
            </a:extLst>
          </p:cNvPr>
          <p:cNvSpPr txBox="1"/>
          <p:nvPr userDrawn="1"/>
        </p:nvSpPr>
        <p:spPr>
          <a:xfrm rot="5400000">
            <a:off x="12060551" y="2325408"/>
            <a:ext cx="1027525" cy="123111"/>
          </a:xfrm>
          <a:prstGeom prst="rect">
            <a:avLst/>
          </a:prstGeom>
          <a:noFill/>
        </p:spPr>
        <p:txBody>
          <a:bodyPr wrap="none" lIns="0" tIns="0" rIns="0" bIns="0" rtlCol="0">
            <a:spAutoFit/>
          </a:bodyPr>
          <a:lstStyle/>
          <a:p>
            <a:r>
              <a:rPr lang="en-GB" sz="800" noProof="0">
                <a:solidFill>
                  <a:schemeClr val="bg1">
                    <a:lumMod val="65000"/>
                  </a:schemeClr>
                </a:solidFill>
              </a:rPr>
              <a:t>SECONDARY COLORS</a:t>
            </a:r>
          </a:p>
        </p:txBody>
      </p:sp>
      <p:sp>
        <p:nvSpPr>
          <p:cNvPr id="84" name="TextBox 83">
            <a:extLst>
              <a:ext uri="{FF2B5EF4-FFF2-40B4-BE49-F238E27FC236}">
                <a16:creationId xmlns:a16="http://schemas.microsoft.com/office/drawing/2014/main" id="{E0AA9476-BF42-454F-9B71-C1ACBA1FDAC5}"/>
              </a:ext>
            </a:extLst>
          </p:cNvPr>
          <p:cNvSpPr txBox="1"/>
          <p:nvPr userDrawn="1"/>
        </p:nvSpPr>
        <p:spPr>
          <a:xfrm rot="5400000">
            <a:off x="11714302" y="4164644"/>
            <a:ext cx="1720023" cy="123111"/>
          </a:xfrm>
          <a:prstGeom prst="rect">
            <a:avLst/>
          </a:prstGeom>
          <a:noFill/>
        </p:spPr>
        <p:txBody>
          <a:bodyPr wrap="none" lIns="0" tIns="0" rIns="0" bIns="0" rtlCol="0">
            <a:spAutoFit/>
          </a:bodyPr>
          <a:lstStyle/>
          <a:p>
            <a:r>
              <a:rPr lang="en-GB" sz="800" noProof="0">
                <a:solidFill>
                  <a:schemeClr val="bg1">
                    <a:lumMod val="65000"/>
                  </a:schemeClr>
                </a:solidFill>
              </a:rPr>
              <a:t>CHARTS AND INFOGRAPHIC COLORS</a:t>
            </a:r>
          </a:p>
        </p:txBody>
      </p:sp>
      <p:pic>
        <p:nvPicPr>
          <p:cNvPr id="53" name="Graphic 52">
            <a:extLst>
              <a:ext uri="{FF2B5EF4-FFF2-40B4-BE49-F238E27FC236}">
                <a16:creationId xmlns:a16="http://schemas.microsoft.com/office/drawing/2014/main" id="{08BF3E39-2C38-474C-920D-4207B62550B8}"/>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0430219" y="175144"/>
            <a:ext cx="1078648" cy="427693"/>
          </a:xfrm>
          <a:prstGeom prst="rect">
            <a:avLst/>
          </a:prstGeom>
        </p:spPr>
      </p:pic>
    </p:spTree>
    <p:extLst>
      <p:ext uri="{BB962C8B-B14F-4D97-AF65-F5344CB8AC3E}">
        <p14:creationId xmlns:p14="http://schemas.microsoft.com/office/powerpoint/2010/main" val="2727260557"/>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Lst>
  <p:hf hdr="0" ftr="0" dt="0"/>
  <p:txStyles>
    <p:title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p:titleStyle>
    <p:bodyStyle>
      <a:lvl1pPr marL="180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1pPr>
      <a:lvl2pPr marL="612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2pPr>
      <a:lvl3pPr marL="1044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3pPr>
      <a:lvl4pPr marL="1476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4pPr>
      <a:lvl5pPr marL="1908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
          <p15:clr>
            <a:srgbClr val="F26B43"/>
          </p15:clr>
        </p15:guide>
        <p15:guide id="2" pos="7242">
          <p15:clr>
            <a:srgbClr val="F26B43"/>
          </p15:clr>
        </p15:guide>
        <p15:guide id="3" orient="horz" pos="4127">
          <p15:clr>
            <a:srgbClr val="F26B43"/>
          </p15:clr>
        </p15:guide>
        <p15:guide id="4" orient="horz" pos="504">
          <p15:clr>
            <a:srgbClr val="F26B43"/>
          </p15:clr>
        </p15:guide>
        <p15:guide id="5" orient="horz" pos="845">
          <p15:clr>
            <a:srgbClr val="F26B43"/>
          </p15:clr>
        </p15:guide>
        <p15:guide id="6" orient="horz" pos="890">
          <p15:clr>
            <a:srgbClr val="F26B43"/>
          </p15:clr>
        </p15:guide>
        <p15:guide id="7" orient="horz" pos="1230">
          <p15:clr>
            <a:srgbClr val="F26B43"/>
          </p15:clr>
        </p15:guide>
        <p15:guide id="8" orient="horz" pos="1275">
          <p15:clr>
            <a:srgbClr val="F26B43"/>
          </p15:clr>
        </p15:guide>
        <p15:guide id="9" orient="horz" pos="1616">
          <p15:clr>
            <a:srgbClr val="F26B43"/>
          </p15:clr>
        </p15:guide>
        <p15:guide id="10" orient="horz" pos="1661">
          <p15:clr>
            <a:srgbClr val="F26B43"/>
          </p15:clr>
        </p15:guide>
        <p15:guide id="11" orient="horz" pos="2001">
          <p15:clr>
            <a:srgbClr val="F26B43"/>
          </p15:clr>
        </p15:guide>
        <p15:guide id="12" orient="horz" pos="2387">
          <p15:clr>
            <a:srgbClr val="F26B43"/>
          </p15:clr>
        </p15:guide>
        <p15:guide id="13" orient="horz" pos="2047">
          <p15:clr>
            <a:srgbClr val="F26B43"/>
          </p15:clr>
        </p15:guide>
        <p15:guide id="14" orient="horz" pos="2432">
          <p15:clr>
            <a:srgbClr val="F26B43"/>
          </p15:clr>
        </p15:guide>
        <p15:guide id="15" orient="horz" pos="2818">
          <p15:clr>
            <a:srgbClr val="F26B43"/>
          </p15:clr>
        </p15:guide>
        <p15:guide id="16" orient="horz" pos="2772">
          <p15:clr>
            <a:srgbClr val="F26B43"/>
          </p15:clr>
        </p15:guide>
        <p15:guide id="17" orient="horz" pos="3158">
          <p15:clr>
            <a:srgbClr val="F26B43"/>
          </p15:clr>
        </p15:guide>
        <p15:guide id="18" orient="horz" pos="3203">
          <p15:clr>
            <a:srgbClr val="F26B43"/>
          </p15:clr>
        </p15:guide>
        <p15:guide id="19" orient="horz" pos="3543">
          <p15:clr>
            <a:srgbClr val="F26B43"/>
          </p15:clr>
        </p15:guide>
        <p15:guide id="20" orient="horz" pos="3589">
          <p15:clr>
            <a:srgbClr val="F26B43"/>
          </p15:clr>
        </p15:guide>
        <p15:guide id="21" orient="horz" pos="3929">
          <p15:clr>
            <a:srgbClr val="F26B43"/>
          </p15:clr>
        </p15:guide>
        <p15:guide id="22" pos="6698">
          <p15:clr>
            <a:srgbClr val="F26B43"/>
          </p15:clr>
        </p15:guide>
        <p15:guide id="23" pos="6652">
          <p15:clr>
            <a:srgbClr val="F26B43"/>
          </p15:clr>
        </p15:guide>
        <p15:guide id="24" pos="6131">
          <p15:clr>
            <a:srgbClr val="F26B43"/>
          </p15:clr>
        </p15:guide>
        <p15:guide id="25" pos="6085">
          <p15:clr>
            <a:srgbClr val="F26B43"/>
          </p15:clr>
        </p15:guide>
        <p15:guide id="26" pos="5564">
          <p15:clr>
            <a:srgbClr val="F26B43"/>
          </p15:clr>
        </p15:guide>
        <p15:guide id="27" pos="5518">
          <p15:clr>
            <a:srgbClr val="F26B43"/>
          </p15:clr>
        </p15:guide>
        <p15:guide id="28" pos="4997">
          <p15:clr>
            <a:srgbClr val="F26B43"/>
          </p15:clr>
        </p15:guide>
        <p15:guide id="29" pos="4951">
          <p15:clr>
            <a:srgbClr val="F26B43"/>
          </p15:clr>
        </p15:guide>
        <p15:guide id="30" pos="4430">
          <p15:clr>
            <a:srgbClr val="F26B43"/>
          </p15:clr>
        </p15:guide>
        <p15:guide id="31" pos="4384">
          <p15:clr>
            <a:srgbClr val="F26B43"/>
          </p15:clr>
        </p15:guide>
        <p15:guide id="32" pos="3863">
          <p15:clr>
            <a:srgbClr val="F26B43"/>
          </p15:clr>
        </p15:guide>
        <p15:guide id="33" pos="3817">
          <p15:clr>
            <a:srgbClr val="F26B43"/>
          </p15:clr>
        </p15:guide>
        <p15:guide id="34" pos="3292">
          <p15:clr>
            <a:srgbClr val="F26B43"/>
          </p15:clr>
        </p15:guide>
        <p15:guide id="35" pos="3246">
          <p15:clr>
            <a:srgbClr val="F26B43"/>
          </p15:clr>
        </p15:guide>
        <p15:guide id="36" pos="2722">
          <p15:clr>
            <a:srgbClr val="F26B43"/>
          </p15:clr>
        </p15:guide>
        <p15:guide id="37" pos="2676">
          <p15:clr>
            <a:srgbClr val="F26B43"/>
          </p15:clr>
        </p15:guide>
        <p15:guide id="38" pos="2150">
          <p15:clr>
            <a:srgbClr val="F26B43"/>
          </p15:clr>
        </p15:guide>
        <p15:guide id="39" pos="2105">
          <p15:clr>
            <a:srgbClr val="F26B43"/>
          </p15:clr>
        </p15:guide>
        <p15:guide id="40" pos="1578">
          <p15:clr>
            <a:srgbClr val="F26B43"/>
          </p15:clr>
        </p15:guide>
        <p15:guide id="41" pos="1534">
          <p15:clr>
            <a:srgbClr val="F26B43"/>
          </p15:clr>
        </p15:guide>
        <p15:guide id="42" pos="1028">
          <p15:clr>
            <a:srgbClr val="F26B43"/>
          </p15:clr>
        </p15:guide>
        <p15:guide id="43" pos="98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0.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0.xml"/><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8.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0.xml"/><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19.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1.png"/><Relationship Id="rId2" Type="http://schemas.openxmlformats.org/officeDocument/2006/relationships/image" Target="../media/image38.png"/><Relationship Id="rId1" Type="http://schemas.openxmlformats.org/officeDocument/2006/relationships/slideLayout" Target="../slideLayouts/slideLayout18.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1.xml"/><Relationship Id="rId6" Type="http://schemas.openxmlformats.org/officeDocument/2006/relationships/image" Target="../media/image34.png"/><Relationship Id="rId5" Type="http://schemas.openxmlformats.org/officeDocument/2006/relationships/image" Target="../media/image45.png"/><Relationship Id="rId4" Type="http://schemas.openxmlformats.org/officeDocument/2006/relationships/image" Target="../media/image44.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6.png"/><Relationship Id="rId1" Type="http://schemas.openxmlformats.org/officeDocument/2006/relationships/slideLayout" Target="../slideLayouts/slideLayout11.xml"/><Relationship Id="rId6" Type="http://schemas.openxmlformats.org/officeDocument/2006/relationships/image" Target="../media/image31.png"/><Relationship Id="rId5" Type="http://schemas.openxmlformats.org/officeDocument/2006/relationships/image" Target="../media/image45.png"/><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6.png"/><Relationship Id="rId7" Type="http://schemas.openxmlformats.org/officeDocument/2006/relationships/image" Target="../media/image41.png"/><Relationship Id="rId2" Type="http://schemas.openxmlformats.org/officeDocument/2006/relationships/image" Target="../media/image47.png"/><Relationship Id="rId1" Type="http://schemas.openxmlformats.org/officeDocument/2006/relationships/slideLayout" Target="../slideLayouts/slideLayout1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0.xml"/><Relationship Id="rId4" Type="http://schemas.openxmlformats.org/officeDocument/2006/relationships/image" Target="../media/image51.png"/></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18.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8.xml"/><Relationship Id="rId5" Type="http://schemas.openxmlformats.org/officeDocument/2006/relationships/image" Target="../media/image64.png"/><Relationship Id="rId4" Type="http://schemas.openxmlformats.org/officeDocument/2006/relationships/image" Target="../media/image63.png"/></Relationships>
</file>

<file path=ppt/slides/_rels/slide2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5.png"/><Relationship Id="rId1" Type="http://schemas.openxmlformats.org/officeDocument/2006/relationships/slideLayout" Target="../slideLayouts/slideLayout18.xml"/><Relationship Id="rId5" Type="http://schemas.openxmlformats.org/officeDocument/2006/relationships/image" Target="../media/image64.png"/><Relationship Id="rId4" Type="http://schemas.openxmlformats.org/officeDocument/2006/relationships/image" Target="../media/image63.png"/></Relationships>
</file>

<file path=ppt/slides/_rels/slide2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6.png"/><Relationship Id="rId1" Type="http://schemas.openxmlformats.org/officeDocument/2006/relationships/slideLayout" Target="../slideLayouts/slideLayout18.xml"/><Relationship Id="rId5" Type="http://schemas.openxmlformats.org/officeDocument/2006/relationships/image" Target="../media/image64.png"/><Relationship Id="rId4"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485A2D5-8E0C-4CE7-B66B-85030A5E4831}"/>
              </a:ext>
            </a:extLst>
          </p:cNvPr>
          <p:cNvSpPr>
            <a:spLocks noGrp="1"/>
          </p:cNvSpPr>
          <p:nvPr>
            <p:ph type="ctrTitle"/>
          </p:nvPr>
        </p:nvSpPr>
        <p:spPr>
          <a:xfrm>
            <a:off x="695325" y="800100"/>
            <a:ext cx="6325961" cy="3600450"/>
          </a:xfrm>
        </p:spPr>
        <p:txBody>
          <a:bodyPr/>
          <a:lstStyle/>
          <a:p>
            <a:r>
              <a:rPr lang="en-GB" dirty="0"/>
              <a:t>TAG Regional and Local Analysis by Machine Learning</a:t>
            </a:r>
          </a:p>
        </p:txBody>
      </p:sp>
      <p:sp>
        <p:nvSpPr>
          <p:cNvPr id="3" name="Undertittel 2">
            <a:extLst>
              <a:ext uri="{FF2B5EF4-FFF2-40B4-BE49-F238E27FC236}">
                <a16:creationId xmlns:a16="http://schemas.microsoft.com/office/drawing/2014/main" id="{1202B5F4-B7FD-43A5-8728-5F00963B0520}"/>
              </a:ext>
            </a:extLst>
          </p:cNvPr>
          <p:cNvSpPr>
            <a:spLocks noGrp="1"/>
          </p:cNvSpPr>
          <p:nvPr>
            <p:ph type="subTitle" idx="1"/>
          </p:nvPr>
        </p:nvSpPr>
        <p:spPr/>
        <p:txBody>
          <a:bodyPr/>
          <a:lstStyle/>
          <a:p>
            <a:r>
              <a:rPr lang="en-GB" spc="0" dirty="0" err="1"/>
              <a:t>KetilH</a:t>
            </a:r>
            <a:r>
              <a:rPr lang="en-GB" spc="0" dirty="0"/>
              <a:t>, 16. March 2021</a:t>
            </a:r>
          </a:p>
        </p:txBody>
      </p:sp>
    </p:spTree>
    <p:extLst>
      <p:ext uri="{BB962C8B-B14F-4D97-AF65-F5344CB8AC3E}">
        <p14:creationId xmlns:p14="http://schemas.microsoft.com/office/powerpoint/2010/main" val="4007871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637C0E3-6401-405A-AE04-CD267C70DA21}"/>
              </a:ext>
            </a:extLst>
          </p:cNvPr>
          <p:cNvSpPr>
            <a:spLocks noGrp="1"/>
          </p:cNvSpPr>
          <p:nvPr>
            <p:ph type="title"/>
          </p:nvPr>
        </p:nvSpPr>
        <p:spPr>
          <a:xfrm>
            <a:off x="695324" y="219997"/>
            <a:ext cx="10801350" cy="1152525"/>
          </a:xfrm>
        </p:spPr>
        <p:txBody>
          <a:bodyPr/>
          <a:lstStyle/>
          <a:p>
            <a:r>
              <a:rPr lang="en-GB"/>
              <a:t>TAG refraction tomography (Canales et al., 2007)</a:t>
            </a:r>
          </a:p>
        </p:txBody>
      </p:sp>
      <p:sp>
        <p:nvSpPr>
          <p:cNvPr id="5" name="Slide Number Placeholder 4">
            <a:extLst>
              <a:ext uri="{FF2B5EF4-FFF2-40B4-BE49-F238E27FC236}">
                <a16:creationId xmlns:a16="http://schemas.microsoft.com/office/drawing/2014/main" id="{1C034952-2E6D-4DDE-BA67-D752CA7ED0B4}"/>
              </a:ext>
            </a:extLst>
          </p:cNvPr>
          <p:cNvSpPr>
            <a:spLocks noGrp="1"/>
          </p:cNvSpPr>
          <p:nvPr>
            <p:ph type="sldNum" sz="quarter" idx="12"/>
          </p:nvPr>
        </p:nvSpPr>
        <p:spPr>
          <a:xfrm>
            <a:off x="695324" y="6596187"/>
            <a:ext cx="173124" cy="217625"/>
          </a:xfrm>
        </p:spPr>
        <p:txBody>
          <a:bodyPr/>
          <a:lstStyle/>
          <a:p>
            <a:fld id="{5D1E5300-FC0F-4317-A193-EF6CE9E6F7B5}" type="slidenum">
              <a:rPr lang="en-GB" noProof="0" smtClean="0"/>
              <a:pPr/>
              <a:t>2</a:t>
            </a:fld>
            <a:r>
              <a:rPr lang="en-GB" noProof="0"/>
              <a:t>  |  </a:t>
            </a:r>
          </a:p>
        </p:txBody>
      </p:sp>
      <p:sp>
        <p:nvSpPr>
          <p:cNvPr id="4" name="TextBox 3">
            <a:extLst>
              <a:ext uri="{FF2B5EF4-FFF2-40B4-BE49-F238E27FC236}">
                <a16:creationId xmlns:a16="http://schemas.microsoft.com/office/drawing/2014/main" id="{744EF815-4AB5-442B-BDDD-EB1112C74E9A}"/>
              </a:ext>
            </a:extLst>
          </p:cNvPr>
          <p:cNvSpPr txBox="1"/>
          <p:nvPr/>
        </p:nvSpPr>
        <p:spPr>
          <a:xfrm>
            <a:off x="781885" y="6076623"/>
            <a:ext cx="8017985" cy="461665"/>
          </a:xfrm>
          <a:prstGeom prst="rect">
            <a:avLst/>
          </a:prstGeom>
          <a:noFill/>
        </p:spPr>
        <p:txBody>
          <a:bodyPr wrap="square" rtlCol="0">
            <a:spAutoFit/>
          </a:bodyPr>
          <a:lstStyle/>
          <a:p>
            <a:r>
              <a:rPr lang="nb-NO" sz="1200" err="1"/>
              <a:t>Canales</a:t>
            </a:r>
            <a:r>
              <a:rPr lang="nb-NO" sz="1200"/>
              <a:t> et al, 2007, </a:t>
            </a:r>
            <a:r>
              <a:rPr lang="en-US" sz="1200"/>
              <a:t>Crustal structure of the Trans‐Atlantic </a:t>
            </a:r>
            <a:r>
              <a:rPr lang="en-US" sz="1200" err="1"/>
              <a:t>Geotraverse</a:t>
            </a:r>
            <a:r>
              <a:rPr lang="en-US" sz="1200"/>
              <a:t> (TAG) segment (Mid‐Atlantic Ridge, 26°10′N): Implications for the nature of hydrothermal circulation and detachment faulting at slow spreading ridges</a:t>
            </a:r>
            <a:r>
              <a:rPr lang="nb-NO" sz="1200"/>
              <a:t> </a:t>
            </a:r>
          </a:p>
        </p:txBody>
      </p:sp>
      <p:grpSp>
        <p:nvGrpSpPr>
          <p:cNvPr id="18" name="Group 17">
            <a:extLst>
              <a:ext uri="{FF2B5EF4-FFF2-40B4-BE49-F238E27FC236}">
                <a16:creationId xmlns:a16="http://schemas.microsoft.com/office/drawing/2014/main" id="{10147B40-64D9-4ED8-8245-7979C4148B94}"/>
              </a:ext>
            </a:extLst>
          </p:cNvPr>
          <p:cNvGrpSpPr/>
          <p:nvPr/>
        </p:nvGrpSpPr>
        <p:grpSpPr>
          <a:xfrm>
            <a:off x="5143652" y="971472"/>
            <a:ext cx="6353022" cy="4971601"/>
            <a:chOff x="5143652" y="971472"/>
            <a:chExt cx="6353022" cy="4971601"/>
          </a:xfrm>
        </p:grpSpPr>
        <p:pic>
          <p:nvPicPr>
            <p:cNvPr id="3" name="Picture 2">
              <a:extLst>
                <a:ext uri="{FF2B5EF4-FFF2-40B4-BE49-F238E27FC236}">
                  <a16:creationId xmlns:a16="http://schemas.microsoft.com/office/drawing/2014/main" id="{A87A6DD1-B7C7-4EFC-9AE0-DA1BC8DCF0EC}"/>
                </a:ext>
              </a:extLst>
            </p:cNvPr>
            <p:cNvPicPr>
              <a:picLocks noChangeAspect="1"/>
            </p:cNvPicPr>
            <p:nvPr/>
          </p:nvPicPr>
          <p:blipFill>
            <a:blip r:embed="rId2"/>
            <a:stretch>
              <a:fillRect/>
            </a:stretch>
          </p:blipFill>
          <p:spPr>
            <a:xfrm>
              <a:off x="5143652" y="971472"/>
              <a:ext cx="6353022" cy="4971601"/>
            </a:xfrm>
            <a:prstGeom prst="rect">
              <a:avLst/>
            </a:prstGeom>
          </p:spPr>
        </p:pic>
        <p:cxnSp>
          <p:nvCxnSpPr>
            <p:cNvPr id="9" name="Straight Connector 8">
              <a:extLst>
                <a:ext uri="{FF2B5EF4-FFF2-40B4-BE49-F238E27FC236}">
                  <a16:creationId xmlns:a16="http://schemas.microsoft.com/office/drawing/2014/main" id="{D0F2CB7E-3A80-48CA-B6E1-F0B54BB7FB63}"/>
                </a:ext>
              </a:extLst>
            </p:cNvPr>
            <p:cNvCxnSpPr/>
            <p:nvPr/>
          </p:nvCxnSpPr>
          <p:spPr>
            <a:xfrm>
              <a:off x="6184490" y="3529782"/>
              <a:ext cx="482763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004ED67-90D2-4564-9C24-57433B93D87C}"/>
                </a:ext>
              </a:extLst>
            </p:cNvPr>
            <p:cNvCxnSpPr>
              <a:cxnSpLocks/>
            </p:cNvCxnSpPr>
            <p:nvPr/>
          </p:nvCxnSpPr>
          <p:spPr>
            <a:xfrm>
              <a:off x="5284839" y="3790337"/>
              <a:ext cx="59239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5FB1091-A338-42BD-9529-6C95E26C670F}"/>
                </a:ext>
              </a:extLst>
            </p:cNvPr>
            <p:cNvCxnSpPr>
              <a:cxnSpLocks/>
            </p:cNvCxnSpPr>
            <p:nvPr/>
          </p:nvCxnSpPr>
          <p:spPr>
            <a:xfrm>
              <a:off x="6742323" y="5308828"/>
              <a:ext cx="463614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EC36DF-997D-4F15-9C45-C9440BF090E1}"/>
                </a:ext>
              </a:extLst>
            </p:cNvPr>
            <p:cNvCxnSpPr>
              <a:cxnSpLocks/>
            </p:cNvCxnSpPr>
            <p:nvPr/>
          </p:nvCxnSpPr>
          <p:spPr>
            <a:xfrm>
              <a:off x="5284838" y="5549363"/>
              <a:ext cx="60625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951A4C0-9A23-4535-83A4-352820A769B7}"/>
                </a:ext>
              </a:extLst>
            </p:cNvPr>
            <p:cNvCxnSpPr>
              <a:cxnSpLocks/>
            </p:cNvCxnSpPr>
            <p:nvPr/>
          </p:nvCxnSpPr>
          <p:spPr>
            <a:xfrm>
              <a:off x="5284837" y="5809524"/>
              <a:ext cx="171087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pic>
        <p:nvPicPr>
          <p:cNvPr id="20" name="Picture 2" descr="image">
            <a:extLst>
              <a:ext uri="{FF2B5EF4-FFF2-40B4-BE49-F238E27FC236}">
                <a16:creationId xmlns:a16="http://schemas.microsoft.com/office/drawing/2014/main" id="{50529B69-A74D-447C-B0C8-A98F88AB33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343" y="1249698"/>
            <a:ext cx="3763004" cy="4475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0411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637C0E3-6401-405A-AE04-CD267C70DA21}"/>
              </a:ext>
            </a:extLst>
          </p:cNvPr>
          <p:cNvSpPr>
            <a:spLocks noGrp="1"/>
          </p:cNvSpPr>
          <p:nvPr>
            <p:ph type="title"/>
          </p:nvPr>
        </p:nvSpPr>
        <p:spPr>
          <a:xfrm>
            <a:off x="695324" y="219997"/>
            <a:ext cx="10801350" cy="1152525"/>
          </a:xfrm>
        </p:spPr>
        <p:txBody>
          <a:bodyPr/>
          <a:lstStyle/>
          <a:p>
            <a:r>
              <a:rPr lang="en-GB"/>
              <a:t>TAG refraction tomography (Canales et al., 2007)</a:t>
            </a:r>
          </a:p>
        </p:txBody>
      </p:sp>
      <p:sp>
        <p:nvSpPr>
          <p:cNvPr id="5" name="Slide Number Placeholder 4">
            <a:extLst>
              <a:ext uri="{FF2B5EF4-FFF2-40B4-BE49-F238E27FC236}">
                <a16:creationId xmlns:a16="http://schemas.microsoft.com/office/drawing/2014/main" id="{1C034952-2E6D-4DDE-BA67-D752CA7ED0B4}"/>
              </a:ext>
            </a:extLst>
          </p:cNvPr>
          <p:cNvSpPr>
            <a:spLocks noGrp="1"/>
          </p:cNvSpPr>
          <p:nvPr>
            <p:ph type="sldNum" sz="quarter" idx="12"/>
          </p:nvPr>
        </p:nvSpPr>
        <p:spPr>
          <a:xfrm>
            <a:off x="695324" y="6596187"/>
            <a:ext cx="173124" cy="217625"/>
          </a:xfrm>
        </p:spPr>
        <p:txBody>
          <a:bodyPr/>
          <a:lstStyle/>
          <a:p>
            <a:fld id="{5D1E5300-FC0F-4317-A193-EF6CE9E6F7B5}" type="slidenum">
              <a:rPr lang="en-GB" noProof="0" smtClean="0"/>
              <a:pPr/>
              <a:t>3</a:t>
            </a:fld>
            <a:r>
              <a:rPr lang="en-GB" noProof="0"/>
              <a:t>  |  </a:t>
            </a:r>
          </a:p>
        </p:txBody>
      </p:sp>
      <p:pic>
        <p:nvPicPr>
          <p:cNvPr id="1026" name="Picture 2" descr="image">
            <a:extLst>
              <a:ext uri="{FF2B5EF4-FFF2-40B4-BE49-F238E27FC236}">
                <a16:creationId xmlns:a16="http://schemas.microsoft.com/office/drawing/2014/main" id="{5D18B515-960B-4E3C-84B1-2F2735FC3B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343" y="1249698"/>
            <a:ext cx="3763004" cy="44759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44EF815-4AB5-442B-BDDD-EB1112C74E9A}"/>
              </a:ext>
            </a:extLst>
          </p:cNvPr>
          <p:cNvSpPr txBox="1"/>
          <p:nvPr/>
        </p:nvSpPr>
        <p:spPr>
          <a:xfrm>
            <a:off x="781885" y="6076623"/>
            <a:ext cx="8017985" cy="461665"/>
          </a:xfrm>
          <a:prstGeom prst="rect">
            <a:avLst/>
          </a:prstGeom>
          <a:noFill/>
        </p:spPr>
        <p:txBody>
          <a:bodyPr wrap="square" rtlCol="0">
            <a:spAutoFit/>
          </a:bodyPr>
          <a:lstStyle/>
          <a:p>
            <a:r>
              <a:rPr lang="nb-NO" sz="1200" err="1"/>
              <a:t>Canales</a:t>
            </a:r>
            <a:r>
              <a:rPr lang="nb-NO" sz="1200"/>
              <a:t> et al, 2007, </a:t>
            </a:r>
            <a:r>
              <a:rPr lang="en-US" sz="1200"/>
              <a:t>Crustal structure of the Trans‐Atlantic </a:t>
            </a:r>
            <a:r>
              <a:rPr lang="en-US" sz="1200" err="1"/>
              <a:t>Geotraverse</a:t>
            </a:r>
            <a:r>
              <a:rPr lang="en-US" sz="1200"/>
              <a:t> (TAG) segment (Mid‐Atlantic Ridge, 26°10′N): Implications for the nature of hydrothermal circulation and detachment faulting at slow spreading ridges</a:t>
            </a:r>
            <a:r>
              <a:rPr lang="nb-NO" sz="1200"/>
              <a:t> </a:t>
            </a:r>
          </a:p>
        </p:txBody>
      </p:sp>
      <p:pic>
        <p:nvPicPr>
          <p:cNvPr id="6" name="Picture 5">
            <a:extLst>
              <a:ext uri="{FF2B5EF4-FFF2-40B4-BE49-F238E27FC236}">
                <a16:creationId xmlns:a16="http://schemas.microsoft.com/office/drawing/2014/main" id="{9A99DE2F-CCFE-4DA4-916E-823AF2415407}"/>
              </a:ext>
            </a:extLst>
          </p:cNvPr>
          <p:cNvPicPr>
            <a:picLocks noChangeAspect="1"/>
          </p:cNvPicPr>
          <p:nvPr/>
        </p:nvPicPr>
        <p:blipFill>
          <a:blip r:embed="rId3"/>
          <a:stretch>
            <a:fillRect/>
          </a:stretch>
        </p:blipFill>
        <p:spPr>
          <a:xfrm>
            <a:off x="4592571" y="1252415"/>
            <a:ext cx="5797446" cy="4353170"/>
          </a:xfrm>
          <a:prstGeom prst="rect">
            <a:avLst/>
          </a:prstGeom>
        </p:spPr>
      </p:pic>
      <p:sp>
        <p:nvSpPr>
          <p:cNvPr id="8" name="TextBox 7">
            <a:extLst>
              <a:ext uri="{FF2B5EF4-FFF2-40B4-BE49-F238E27FC236}">
                <a16:creationId xmlns:a16="http://schemas.microsoft.com/office/drawing/2014/main" id="{90DCD7DD-6D54-4174-B4B7-61A60A0F774D}"/>
              </a:ext>
            </a:extLst>
          </p:cNvPr>
          <p:cNvSpPr txBox="1"/>
          <p:nvPr/>
        </p:nvSpPr>
        <p:spPr>
          <a:xfrm>
            <a:off x="8036078" y="5205839"/>
            <a:ext cx="2249399" cy="285797"/>
          </a:xfrm>
          <a:prstGeom prst="rect">
            <a:avLst/>
          </a:prstGeom>
          <a:noFill/>
        </p:spPr>
        <p:txBody>
          <a:bodyPr wrap="square" rtlCol="0">
            <a:spAutoFit/>
          </a:bodyPr>
          <a:lstStyle/>
          <a:p>
            <a:r>
              <a:rPr lang="nb-NO" sz="1200"/>
              <a:t>OBS </a:t>
            </a:r>
            <a:r>
              <a:rPr lang="nb-NO" sz="1200" err="1"/>
              <a:t>refraction</a:t>
            </a:r>
            <a:r>
              <a:rPr lang="nb-NO" sz="1200"/>
              <a:t> </a:t>
            </a:r>
            <a:r>
              <a:rPr lang="nb-NO" sz="1200" err="1"/>
              <a:t>tomography</a:t>
            </a:r>
            <a:endParaRPr lang="nb-NO" sz="1200"/>
          </a:p>
        </p:txBody>
      </p:sp>
      <p:pic>
        <p:nvPicPr>
          <p:cNvPr id="7" name="Picture 6">
            <a:extLst>
              <a:ext uri="{FF2B5EF4-FFF2-40B4-BE49-F238E27FC236}">
                <a16:creationId xmlns:a16="http://schemas.microsoft.com/office/drawing/2014/main" id="{2E545B85-74B5-4CF6-9542-3502A4C6B67D}"/>
              </a:ext>
            </a:extLst>
          </p:cNvPr>
          <p:cNvPicPr>
            <a:picLocks noChangeAspect="1"/>
          </p:cNvPicPr>
          <p:nvPr/>
        </p:nvPicPr>
        <p:blipFill>
          <a:blip r:embed="rId4"/>
          <a:stretch>
            <a:fillRect/>
          </a:stretch>
        </p:blipFill>
        <p:spPr>
          <a:xfrm>
            <a:off x="10573807" y="919542"/>
            <a:ext cx="1618193" cy="1753043"/>
          </a:xfrm>
          <a:prstGeom prst="rect">
            <a:avLst/>
          </a:prstGeom>
        </p:spPr>
      </p:pic>
    </p:spTree>
    <p:extLst>
      <p:ext uri="{BB962C8B-B14F-4D97-AF65-F5344CB8AC3E}">
        <p14:creationId xmlns:p14="http://schemas.microsoft.com/office/powerpoint/2010/main" val="327394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338DE3-BC38-49A0-B775-330F9C24DCAB}"/>
              </a:ext>
            </a:extLst>
          </p:cNvPr>
          <p:cNvSpPr>
            <a:spLocks noGrp="1"/>
          </p:cNvSpPr>
          <p:nvPr>
            <p:ph type="sldNum" sz="quarter" idx="12"/>
          </p:nvPr>
        </p:nvSpPr>
        <p:spPr/>
        <p:txBody>
          <a:bodyPr/>
          <a:lstStyle/>
          <a:p>
            <a:fld id="{5D1E5300-FC0F-4317-A193-EF6CE9E6F7B5}" type="slidenum">
              <a:rPr lang="en-GB" smtClean="0"/>
              <a:pPr/>
              <a:t>4</a:t>
            </a:fld>
            <a:r>
              <a:rPr lang="en-GB"/>
              <a:t>  |  </a:t>
            </a:r>
            <a:endParaRPr lang="en-GB" noProof="0"/>
          </a:p>
        </p:txBody>
      </p:sp>
      <p:pic>
        <p:nvPicPr>
          <p:cNvPr id="3" name="Picture 2">
            <a:extLst>
              <a:ext uri="{FF2B5EF4-FFF2-40B4-BE49-F238E27FC236}">
                <a16:creationId xmlns:a16="http://schemas.microsoft.com/office/drawing/2014/main" id="{6D00BC4B-082E-4CDD-A2F2-7553E7BFA061}"/>
              </a:ext>
            </a:extLst>
          </p:cNvPr>
          <p:cNvPicPr>
            <a:picLocks noChangeAspect="1"/>
          </p:cNvPicPr>
          <p:nvPr/>
        </p:nvPicPr>
        <p:blipFill rotWithShape="1">
          <a:blip r:embed="rId2"/>
          <a:srcRect l="2918"/>
          <a:stretch/>
        </p:blipFill>
        <p:spPr>
          <a:xfrm>
            <a:off x="88491" y="871033"/>
            <a:ext cx="6147387" cy="4974729"/>
          </a:xfrm>
          <a:prstGeom prst="rect">
            <a:avLst/>
          </a:prstGeom>
        </p:spPr>
      </p:pic>
      <p:pic>
        <p:nvPicPr>
          <p:cNvPr id="4" name="Picture 3">
            <a:extLst>
              <a:ext uri="{FF2B5EF4-FFF2-40B4-BE49-F238E27FC236}">
                <a16:creationId xmlns:a16="http://schemas.microsoft.com/office/drawing/2014/main" id="{5B3C0B3D-1EB6-40C6-B550-FC4904EB9E95}"/>
              </a:ext>
            </a:extLst>
          </p:cNvPr>
          <p:cNvPicPr>
            <a:picLocks noChangeAspect="1"/>
          </p:cNvPicPr>
          <p:nvPr/>
        </p:nvPicPr>
        <p:blipFill>
          <a:blip r:embed="rId3"/>
          <a:stretch>
            <a:fillRect/>
          </a:stretch>
        </p:blipFill>
        <p:spPr>
          <a:xfrm>
            <a:off x="6383361" y="1178236"/>
            <a:ext cx="5344446" cy="2840237"/>
          </a:xfrm>
          <a:prstGeom prst="rect">
            <a:avLst/>
          </a:prstGeom>
        </p:spPr>
      </p:pic>
      <p:pic>
        <p:nvPicPr>
          <p:cNvPr id="5" name="Picture 4">
            <a:extLst>
              <a:ext uri="{FF2B5EF4-FFF2-40B4-BE49-F238E27FC236}">
                <a16:creationId xmlns:a16="http://schemas.microsoft.com/office/drawing/2014/main" id="{AAD14B8D-1CF1-48DE-BAAC-8B773CF0DDFA}"/>
              </a:ext>
            </a:extLst>
          </p:cNvPr>
          <p:cNvPicPr>
            <a:picLocks noChangeAspect="1"/>
          </p:cNvPicPr>
          <p:nvPr/>
        </p:nvPicPr>
        <p:blipFill>
          <a:blip r:embed="rId4"/>
          <a:stretch>
            <a:fillRect/>
          </a:stretch>
        </p:blipFill>
        <p:spPr>
          <a:xfrm>
            <a:off x="6138204" y="4282146"/>
            <a:ext cx="5961411" cy="1892511"/>
          </a:xfrm>
          <a:prstGeom prst="rect">
            <a:avLst/>
          </a:prstGeom>
        </p:spPr>
      </p:pic>
    </p:spTree>
    <p:extLst>
      <p:ext uri="{BB962C8B-B14F-4D97-AF65-F5344CB8AC3E}">
        <p14:creationId xmlns:p14="http://schemas.microsoft.com/office/powerpoint/2010/main" val="3842243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637C0E3-6401-405A-AE04-CD267C70DA21}"/>
              </a:ext>
            </a:extLst>
          </p:cNvPr>
          <p:cNvSpPr>
            <a:spLocks noGrp="1"/>
          </p:cNvSpPr>
          <p:nvPr>
            <p:ph type="title"/>
          </p:nvPr>
        </p:nvSpPr>
        <p:spPr>
          <a:xfrm>
            <a:off x="695324" y="219997"/>
            <a:ext cx="10801350" cy="1152525"/>
          </a:xfrm>
        </p:spPr>
        <p:txBody>
          <a:bodyPr/>
          <a:lstStyle/>
          <a:p>
            <a:r>
              <a:rPr lang="en-GB"/>
              <a:t>TAG refraction tomography (Canales et al., 2007) – introduction</a:t>
            </a:r>
          </a:p>
        </p:txBody>
      </p:sp>
      <p:sp>
        <p:nvSpPr>
          <p:cNvPr id="5" name="Slide Number Placeholder 4">
            <a:extLst>
              <a:ext uri="{FF2B5EF4-FFF2-40B4-BE49-F238E27FC236}">
                <a16:creationId xmlns:a16="http://schemas.microsoft.com/office/drawing/2014/main" id="{1C034952-2E6D-4DDE-BA67-D752CA7ED0B4}"/>
              </a:ext>
            </a:extLst>
          </p:cNvPr>
          <p:cNvSpPr>
            <a:spLocks noGrp="1"/>
          </p:cNvSpPr>
          <p:nvPr>
            <p:ph type="sldNum" sz="quarter" idx="12"/>
          </p:nvPr>
        </p:nvSpPr>
        <p:spPr>
          <a:xfrm>
            <a:off x="695324" y="6596187"/>
            <a:ext cx="173124" cy="217625"/>
          </a:xfrm>
        </p:spPr>
        <p:txBody>
          <a:bodyPr/>
          <a:lstStyle/>
          <a:p>
            <a:fld id="{5D1E5300-FC0F-4317-A193-EF6CE9E6F7B5}" type="slidenum">
              <a:rPr lang="en-GB" noProof="0" smtClean="0"/>
              <a:pPr/>
              <a:t>5</a:t>
            </a:fld>
            <a:r>
              <a:rPr lang="en-GB" noProof="0"/>
              <a:t>  |  </a:t>
            </a:r>
          </a:p>
        </p:txBody>
      </p:sp>
      <p:pic>
        <p:nvPicPr>
          <p:cNvPr id="4" name="Picture 3">
            <a:extLst>
              <a:ext uri="{FF2B5EF4-FFF2-40B4-BE49-F238E27FC236}">
                <a16:creationId xmlns:a16="http://schemas.microsoft.com/office/drawing/2014/main" id="{73060370-B478-4D0D-92A3-406BA2AD1642}"/>
              </a:ext>
            </a:extLst>
          </p:cNvPr>
          <p:cNvPicPr>
            <a:picLocks noChangeAspect="1"/>
          </p:cNvPicPr>
          <p:nvPr/>
        </p:nvPicPr>
        <p:blipFill>
          <a:blip r:embed="rId2"/>
          <a:stretch>
            <a:fillRect/>
          </a:stretch>
        </p:blipFill>
        <p:spPr>
          <a:xfrm>
            <a:off x="695324" y="1372522"/>
            <a:ext cx="5435100" cy="3882215"/>
          </a:xfrm>
          <a:prstGeom prst="rect">
            <a:avLst/>
          </a:prstGeom>
        </p:spPr>
      </p:pic>
      <p:pic>
        <p:nvPicPr>
          <p:cNvPr id="6" name="Picture 5">
            <a:extLst>
              <a:ext uri="{FF2B5EF4-FFF2-40B4-BE49-F238E27FC236}">
                <a16:creationId xmlns:a16="http://schemas.microsoft.com/office/drawing/2014/main" id="{720B89BE-C64C-4C85-A5CE-6A6A1CE8BCFA}"/>
              </a:ext>
            </a:extLst>
          </p:cNvPr>
          <p:cNvPicPr>
            <a:picLocks noChangeAspect="1"/>
          </p:cNvPicPr>
          <p:nvPr/>
        </p:nvPicPr>
        <p:blipFill>
          <a:blip r:embed="rId3"/>
          <a:stretch>
            <a:fillRect/>
          </a:stretch>
        </p:blipFill>
        <p:spPr>
          <a:xfrm>
            <a:off x="6149026" y="1372522"/>
            <a:ext cx="5452410" cy="3409976"/>
          </a:xfrm>
          <a:prstGeom prst="rect">
            <a:avLst/>
          </a:prstGeom>
        </p:spPr>
      </p:pic>
    </p:spTree>
    <p:extLst>
      <p:ext uri="{BB962C8B-B14F-4D97-AF65-F5344CB8AC3E}">
        <p14:creationId xmlns:p14="http://schemas.microsoft.com/office/powerpoint/2010/main" val="148149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637C0E3-6401-405A-AE04-CD267C70DA21}"/>
              </a:ext>
            </a:extLst>
          </p:cNvPr>
          <p:cNvSpPr>
            <a:spLocks noGrp="1"/>
          </p:cNvSpPr>
          <p:nvPr>
            <p:ph type="title"/>
          </p:nvPr>
        </p:nvSpPr>
        <p:spPr>
          <a:xfrm>
            <a:off x="695324" y="219997"/>
            <a:ext cx="10801350" cy="1152525"/>
          </a:xfrm>
        </p:spPr>
        <p:txBody>
          <a:bodyPr/>
          <a:lstStyle/>
          <a:p>
            <a:r>
              <a:rPr lang="en-GB"/>
              <a:t>TAG refraction tomography (Canales et al., 2007) – conclusions</a:t>
            </a:r>
          </a:p>
        </p:txBody>
      </p:sp>
      <p:sp>
        <p:nvSpPr>
          <p:cNvPr id="5" name="Slide Number Placeholder 4">
            <a:extLst>
              <a:ext uri="{FF2B5EF4-FFF2-40B4-BE49-F238E27FC236}">
                <a16:creationId xmlns:a16="http://schemas.microsoft.com/office/drawing/2014/main" id="{1C034952-2E6D-4DDE-BA67-D752CA7ED0B4}"/>
              </a:ext>
            </a:extLst>
          </p:cNvPr>
          <p:cNvSpPr>
            <a:spLocks noGrp="1"/>
          </p:cNvSpPr>
          <p:nvPr>
            <p:ph type="sldNum" sz="quarter" idx="12"/>
          </p:nvPr>
        </p:nvSpPr>
        <p:spPr>
          <a:xfrm>
            <a:off x="695324" y="6596187"/>
            <a:ext cx="173124" cy="217625"/>
          </a:xfrm>
        </p:spPr>
        <p:txBody>
          <a:bodyPr/>
          <a:lstStyle/>
          <a:p>
            <a:fld id="{5D1E5300-FC0F-4317-A193-EF6CE9E6F7B5}" type="slidenum">
              <a:rPr lang="en-GB" noProof="0" smtClean="0"/>
              <a:pPr/>
              <a:t>6</a:t>
            </a:fld>
            <a:r>
              <a:rPr lang="en-GB" noProof="0"/>
              <a:t>  |  </a:t>
            </a:r>
          </a:p>
        </p:txBody>
      </p:sp>
      <p:grpSp>
        <p:nvGrpSpPr>
          <p:cNvPr id="14" name="Group 13">
            <a:extLst>
              <a:ext uri="{FF2B5EF4-FFF2-40B4-BE49-F238E27FC236}">
                <a16:creationId xmlns:a16="http://schemas.microsoft.com/office/drawing/2014/main" id="{C6930E86-52F3-4E31-8538-3C901330EF49}"/>
              </a:ext>
            </a:extLst>
          </p:cNvPr>
          <p:cNvGrpSpPr/>
          <p:nvPr/>
        </p:nvGrpSpPr>
        <p:grpSpPr>
          <a:xfrm>
            <a:off x="380998" y="1499419"/>
            <a:ext cx="5808472" cy="4438673"/>
            <a:chOff x="380998" y="1499419"/>
            <a:chExt cx="5791201" cy="4425475"/>
          </a:xfrm>
        </p:grpSpPr>
        <p:pic>
          <p:nvPicPr>
            <p:cNvPr id="9" name="Picture 8">
              <a:extLst>
                <a:ext uri="{FF2B5EF4-FFF2-40B4-BE49-F238E27FC236}">
                  <a16:creationId xmlns:a16="http://schemas.microsoft.com/office/drawing/2014/main" id="{5F25C9C0-C4AD-430E-8A8F-DE25DB4BA276}"/>
                </a:ext>
              </a:extLst>
            </p:cNvPr>
            <p:cNvPicPr>
              <a:picLocks noChangeAspect="1"/>
            </p:cNvPicPr>
            <p:nvPr/>
          </p:nvPicPr>
          <p:blipFill>
            <a:blip r:embed="rId2"/>
            <a:stretch>
              <a:fillRect/>
            </a:stretch>
          </p:blipFill>
          <p:spPr>
            <a:xfrm>
              <a:off x="380998" y="1499419"/>
              <a:ext cx="5715001" cy="1714501"/>
            </a:xfrm>
            <a:prstGeom prst="rect">
              <a:avLst/>
            </a:prstGeom>
          </p:spPr>
        </p:pic>
        <p:pic>
          <p:nvPicPr>
            <p:cNvPr id="10" name="Picture 9">
              <a:extLst>
                <a:ext uri="{FF2B5EF4-FFF2-40B4-BE49-F238E27FC236}">
                  <a16:creationId xmlns:a16="http://schemas.microsoft.com/office/drawing/2014/main" id="{7C48F366-E470-4084-859B-CD7183167584}"/>
                </a:ext>
              </a:extLst>
            </p:cNvPr>
            <p:cNvPicPr>
              <a:picLocks noChangeAspect="1"/>
            </p:cNvPicPr>
            <p:nvPr/>
          </p:nvPicPr>
          <p:blipFill>
            <a:blip r:embed="rId3"/>
            <a:stretch>
              <a:fillRect/>
            </a:stretch>
          </p:blipFill>
          <p:spPr>
            <a:xfrm>
              <a:off x="380999" y="3048344"/>
              <a:ext cx="5791200" cy="2876550"/>
            </a:xfrm>
            <a:prstGeom prst="rect">
              <a:avLst/>
            </a:prstGeom>
          </p:spPr>
        </p:pic>
      </p:grpSp>
      <p:grpSp>
        <p:nvGrpSpPr>
          <p:cNvPr id="13" name="Group 12">
            <a:extLst>
              <a:ext uri="{FF2B5EF4-FFF2-40B4-BE49-F238E27FC236}">
                <a16:creationId xmlns:a16="http://schemas.microsoft.com/office/drawing/2014/main" id="{D5FE92EA-690A-49B7-B4FA-C01F052DE65A}"/>
              </a:ext>
            </a:extLst>
          </p:cNvPr>
          <p:cNvGrpSpPr/>
          <p:nvPr/>
        </p:nvGrpSpPr>
        <p:grpSpPr>
          <a:xfrm>
            <a:off x="6189470" y="1999619"/>
            <a:ext cx="5772150" cy="3265522"/>
            <a:chOff x="6272614" y="1999619"/>
            <a:chExt cx="5772150" cy="3265522"/>
          </a:xfrm>
        </p:grpSpPr>
        <p:pic>
          <p:nvPicPr>
            <p:cNvPr id="11" name="Picture 10">
              <a:extLst>
                <a:ext uri="{FF2B5EF4-FFF2-40B4-BE49-F238E27FC236}">
                  <a16:creationId xmlns:a16="http://schemas.microsoft.com/office/drawing/2014/main" id="{B0AD8B72-DECB-401C-9EDE-48DCB3AB4322}"/>
                </a:ext>
              </a:extLst>
            </p:cNvPr>
            <p:cNvPicPr>
              <a:picLocks noChangeAspect="1"/>
            </p:cNvPicPr>
            <p:nvPr/>
          </p:nvPicPr>
          <p:blipFill>
            <a:blip r:embed="rId4"/>
            <a:stretch>
              <a:fillRect/>
            </a:stretch>
          </p:blipFill>
          <p:spPr>
            <a:xfrm>
              <a:off x="6272614" y="1999619"/>
              <a:ext cx="5772150" cy="2638425"/>
            </a:xfrm>
            <a:prstGeom prst="rect">
              <a:avLst/>
            </a:prstGeom>
          </p:spPr>
        </p:pic>
        <p:pic>
          <p:nvPicPr>
            <p:cNvPr id="12" name="Picture 11">
              <a:extLst>
                <a:ext uri="{FF2B5EF4-FFF2-40B4-BE49-F238E27FC236}">
                  <a16:creationId xmlns:a16="http://schemas.microsoft.com/office/drawing/2014/main" id="{5E3F5E0D-377D-4CC4-A7B6-58AAE3B47B18}"/>
                </a:ext>
              </a:extLst>
            </p:cNvPr>
            <p:cNvPicPr>
              <a:picLocks noChangeAspect="1"/>
            </p:cNvPicPr>
            <p:nvPr/>
          </p:nvPicPr>
          <p:blipFill>
            <a:blip r:embed="rId5"/>
            <a:stretch>
              <a:fillRect/>
            </a:stretch>
          </p:blipFill>
          <p:spPr>
            <a:xfrm>
              <a:off x="6272614" y="4522191"/>
              <a:ext cx="5772150" cy="742950"/>
            </a:xfrm>
            <a:prstGeom prst="rect">
              <a:avLst/>
            </a:prstGeom>
          </p:spPr>
        </p:pic>
      </p:grpSp>
    </p:spTree>
    <p:extLst>
      <p:ext uri="{BB962C8B-B14F-4D97-AF65-F5344CB8AC3E}">
        <p14:creationId xmlns:p14="http://schemas.microsoft.com/office/powerpoint/2010/main" val="3971972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06DF54F2-DAF8-4914-8CD6-59E9CB63F368}"/>
              </a:ext>
            </a:extLst>
          </p:cNvPr>
          <p:cNvGrpSpPr/>
          <p:nvPr/>
        </p:nvGrpSpPr>
        <p:grpSpPr>
          <a:xfrm>
            <a:off x="238731" y="1653373"/>
            <a:ext cx="6899487" cy="4607728"/>
            <a:chOff x="238731" y="1653373"/>
            <a:chExt cx="6899487" cy="4607728"/>
          </a:xfrm>
        </p:grpSpPr>
        <p:pic>
          <p:nvPicPr>
            <p:cNvPr id="15" name="Picture 14" descr="A screenshot of a cell phone&#10;&#10;Description automatically generated">
              <a:extLst>
                <a:ext uri="{FF2B5EF4-FFF2-40B4-BE49-F238E27FC236}">
                  <a16:creationId xmlns:a16="http://schemas.microsoft.com/office/drawing/2014/main" id="{D9F1FA00-C989-4D46-ACEF-5CBA9BFE681D}"/>
                </a:ext>
              </a:extLst>
            </p:cNvPr>
            <p:cNvPicPr>
              <a:picLocks noChangeAspect="1"/>
            </p:cNvPicPr>
            <p:nvPr/>
          </p:nvPicPr>
          <p:blipFill rotWithShape="1">
            <a:blip r:embed="rId2">
              <a:extLst>
                <a:ext uri="{28A0092B-C50C-407E-A947-70E740481C1C}">
                  <a14:useLocalDpi xmlns:a14="http://schemas.microsoft.com/office/drawing/2010/main" val="0"/>
                </a:ext>
              </a:extLst>
            </a:blip>
            <a:srcRect t="2769"/>
            <a:stretch/>
          </p:blipFill>
          <p:spPr>
            <a:xfrm>
              <a:off x="238731" y="1653373"/>
              <a:ext cx="6310178" cy="4180065"/>
            </a:xfrm>
            <a:prstGeom prst="rect">
              <a:avLst/>
            </a:prstGeom>
          </p:spPr>
        </p:pic>
        <p:sp>
          <p:nvSpPr>
            <p:cNvPr id="16" name="TextBox 15">
              <a:extLst>
                <a:ext uri="{FF2B5EF4-FFF2-40B4-BE49-F238E27FC236}">
                  <a16:creationId xmlns:a16="http://schemas.microsoft.com/office/drawing/2014/main" id="{EABEB11F-237D-40DA-84F4-24D0C6F0F6E4}"/>
                </a:ext>
              </a:extLst>
            </p:cNvPr>
            <p:cNvSpPr txBox="1"/>
            <p:nvPr/>
          </p:nvSpPr>
          <p:spPr>
            <a:xfrm>
              <a:off x="6420015" y="5852923"/>
              <a:ext cx="718203" cy="276999"/>
            </a:xfrm>
            <a:prstGeom prst="rect">
              <a:avLst/>
            </a:prstGeom>
            <a:solidFill>
              <a:srgbClr val="FFFFCC"/>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b-NO" sz="1200" b="0" i="0" u="none" strike="noStrike" kern="1200" cap="none" spc="0" normalizeH="0" baseline="0" noProof="0" err="1">
                  <a:ln>
                    <a:noFill/>
                  </a:ln>
                  <a:solidFill>
                    <a:srgbClr val="333333"/>
                  </a:solidFill>
                  <a:effectLst/>
                  <a:uLnTx/>
                  <a:uFillTx/>
                  <a:latin typeface="Equinor"/>
                  <a:ea typeface="+mn-ea"/>
                  <a:cs typeface="+mn-cs"/>
                </a:rPr>
                <a:t>Maps</a:t>
              </a:r>
              <a:endParaRPr kumimoji="0" lang="nb-NO" sz="1200" b="0" i="0" u="none" strike="noStrike" kern="1200" cap="none" spc="0" normalizeH="0" baseline="0" noProof="0">
                <a:ln>
                  <a:noFill/>
                </a:ln>
                <a:solidFill>
                  <a:srgbClr val="333333"/>
                </a:solidFill>
                <a:effectLst/>
                <a:uLnTx/>
                <a:uFillTx/>
                <a:latin typeface="Equinor"/>
                <a:ea typeface="+mn-ea"/>
                <a:cs typeface="+mn-cs"/>
              </a:endParaRPr>
            </a:p>
          </p:txBody>
        </p:sp>
        <p:sp>
          <p:nvSpPr>
            <p:cNvPr id="18" name="TextBox 17">
              <a:extLst>
                <a:ext uri="{FF2B5EF4-FFF2-40B4-BE49-F238E27FC236}">
                  <a16:creationId xmlns:a16="http://schemas.microsoft.com/office/drawing/2014/main" id="{42BB64DD-9E26-40B1-A612-B000C6F00077}"/>
                </a:ext>
              </a:extLst>
            </p:cNvPr>
            <p:cNvSpPr txBox="1"/>
            <p:nvPr/>
          </p:nvSpPr>
          <p:spPr>
            <a:xfrm>
              <a:off x="4522937" y="5833259"/>
              <a:ext cx="141256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1200" b="0" i="0" u="none" strike="noStrike" kern="1200" cap="none" spc="0" normalizeH="0" baseline="0" noProof="0" err="1">
                  <a:ln>
                    <a:noFill/>
                  </a:ln>
                  <a:solidFill>
                    <a:srgbClr val="333333"/>
                  </a:solidFill>
                  <a:effectLst/>
                  <a:uLnTx/>
                  <a:uFillTx/>
                  <a:latin typeface="Equinor"/>
                  <a:ea typeface="+mn-ea"/>
                  <a:cs typeface="+mn-cs"/>
                </a:rPr>
                <a:t>Prediction</a:t>
              </a:r>
              <a:r>
                <a:rPr kumimoji="0" lang="nb-NO" sz="1200" b="0" i="0" u="none" strike="noStrike" kern="1200" cap="none" spc="0" normalizeH="0" baseline="0" noProof="0">
                  <a:ln>
                    <a:noFill/>
                  </a:ln>
                  <a:solidFill>
                    <a:srgbClr val="333333"/>
                  </a:solidFill>
                  <a:effectLst/>
                  <a:uLnTx/>
                  <a:uFillTx/>
                  <a:latin typeface="Equinor"/>
                  <a:ea typeface="+mn-ea"/>
                  <a:cs typeface="+mn-cs"/>
                </a:rPr>
                <a:t> </a:t>
              </a:r>
              <a:r>
                <a:rPr kumimoji="0" lang="nb-NO" sz="1200" b="0" i="0" u="none" strike="noStrike" kern="1200" cap="none" spc="0" normalizeH="0" baseline="0" noProof="0" err="1">
                  <a:ln>
                    <a:noFill/>
                  </a:ln>
                  <a:solidFill>
                    <a:srgbClr val="333333"/>
                  </a:solidFill>
                  <a:effectLst/>
                  <a:uLnTx/>
                  <a:uFillTx/>
                  <a:latin typeface="Equinor"/>
                  <a:ea typeface="+mn-ea"/>
                  <a:cs typeface="+mn-cs"/>
                </a:rPr>
                <a:t>on</a:t>
              </a:r>
              <a:r>
                <a:rPr kumimoji="0" lang="nb-NO" sz="1200" b="0" i="0" u="none" strike="noStrike" kern="1200" cap="none" spc="0" normalizeH="0" baseline="0" noProof="0">
                  <a:ln>
                    <a:noFill/>
                  </a:ln>
                  <a:solidFill>
                    <a:srgbClr val="333333"/>
                  </a:solidFill>
                  <a:effectLst/>
                  <a:uLnTx/>
                  <a:uFillTx/>
                  <a:latin typeface="Equinor"/>
                  <a:ea typeface="+mn-ea"/>
                  <a:cs typeface="+mn-cs"/>
                </a:rPr>
                <a:t> </a:t>
              </a:r>
              <a:r>
                <a:rPr lang="nb-NO" sz="1200">
                  <a:solidFill>
                    <a:srgbClr val="333333"/>
                  </a:solidFill>
                  <a:latin typeface="Equinor"/>
                </a:rPr>
                <a:t>TAG</a:t>
              </a:r>
              <a:endParaRPr kumimoji="0" lang="nb-NO" sz="1200" b="0" i="0" u="none" strike="noStrike" kern="1200" cap="none" spc="0" normalizeH="0" baseline="0" noProof="0">
                <a:ln>
                  <a:noFill/>
                </a:ln>
                <a:solidFill>
                  <a:srgbClr val="333333"/>
                </a:solidFill>
                <a:effectLst/>
                <a:uLnTx/>
                <a:uFillTx/>
                <a:latin typeface="Equinor"/>
                <a:ea typeface="+mn-ea"/>
                <a:cs typeface="+mn-cs"/>
              </a:endParaRPr>
            </a:p>
          </p:txBody>
        </p:sp>
        <p:pic>
          <p:nvPicPr>
            <p:cNvPr id="14" name="Picture 13">
              <a:extLst>
                <a:ext uri="{FF2B5EF4-FFF2-40B4-BE49-F238E27FC236}">
                  <a16:creationId xmlns:a16="http://schemas.microsoft.com/office/drawing/2014/main" id="{4A51A835-B104-4A64-A785-14212B04BCD1}"/>
                </a:ext>
              </a:extLst>
            </p:cNvPr>
            <p:cNvPicPr>
              <a:picLocks noChangeAspect="1"/>
            </p:cNvPicPr>
            <p:nvPr/>
          </p:nvPicPr>
          <p:blipFill>
            <a:blip r:embed="rId3"/>
            <a:stretch>
              <a:fillRect/>
            </a:stretch>
          </p:blipFill>
          <p:spPr>
            <a:xfrm>
              <a:off x="1817096" y="5681920"/>
              <a:ext cx="1074116" cy="579181"/>
            </a:xfrm>
            <a:prstGeom prst="rect">
              <a:avLst/>
            </a:prstGeom>
          </p:spPr>
        </p:pic>
        <p:sp>
          <p:nvSpPr>
            <p:cNvPr id="17" name="Left Brace 16">
              <a:extLst>
                <a:ext uri="{FF2B5EF4-FFF2-40B4-BE49-F238E27FC236}">
                  <a16:creationId xmlns:a16="http://schemas.microsoft.com/office/drawing/2014/main" id="{2A76986A-84A9-41F9-BF1C-EA0CF3D707A0}"/>
                </a:ext>
              </a:extLst>
            </p:cNvPr>
            <p:cNvSpPr/>
            <p:nvPr/>
          </p:nvSpPr>
          <p:spPr>
            <a:xfrm>
              <a:off x="6213539" y="5800136"/>
              <a:ext cx="135976" cy="354574"/>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b-NO" sz="1800" b="0" i="0" u="none" strike="noStrike" kern="1200" cap="none" spc="0" normalizeH="0" baseline="0" noProof="0">
                <a:ln>
                  <a:noFill/>
                </a:ln>
                <a:solidFill>
                  <a:srgbClr val="333333"/>
                </a:solidFill>
                <a:effectLst/>
                <a:uLnTx/>
                <a:uFillTx/>
                <a:latin typeface="Equinor"/>
                <a:ea typeface="+mn-ea"/>
                <a:cs typeface="+mn-cs"/>
              </a:endParaRPr>
            </a:p>
          </p:txBody>
        </p:sp>
      </p:grpSp>
      <p:sp>
        <p:nvSpPr>
          <p:cNvPr id="2" name="Title 1">
            <a:extLst>
              <a:ext uri="{FF2B5EF4-FFF2-40B4-BE49-F238E27FC236}">
                <a16:creationId xmlns:a16="http://schemas.microsoft.com/office/drawing/2014/main" id="{235BA9B8-D31A-4049-A871-FA13E7FAA192}"/>
              </a:ext>
            </a:extLst>
          </p:cNvPr>
          <p:cNvSpPr>
            <a:spLocks noGrp="1"/>
          </p:cNvSpPr>
          <p:nvPr>
            <p:ph type="title"/>
          </p:nvPr>
        </p:nvSpPr>
        <p:spPr>
          <a:xfrm>
            <a:off x="695325" y="141361"/>
            <a:ext cx="10801350" cy="844958"/>
          </a:xfrm>
        </p:spPr>
        <p:txBody>
          <a:bodyPr/>
          <a:lstStyle/>
          <a:p>
            <a:r>
              <a:rPr lang="nb-NO"/>
              <a:t>TAG regional </a:t>
            </a:r>
            <a:r>
              <a:rPr lang="nb-NO" err="1"/>
              <a:t>propectivity</a:t>
            </a:r>
            <a:r>
              <a:rPr lang="nb-NO"/>
              <a:t> </a:t>
            </a:r>
            <a:r>
              <a:rPr lang="nb-NO" err="1"/>
              <a:t>evaluation</a:t>
            </a:r>
            <a:r>
              <a:rPr lang="nb-NO"/>
              <a:t> </a:t>
            </a:r>
            <a:r>
              <a:rPr lang="nb-NO" err="1"/>
              <a:t>methodology</a:t>
            </a:r>
            <a:endParaRPr lang="nb-NO"/>
          </a:p>
        </p:txBody>
      </p:sp>
      <p:sp>
        <p:nvSpPr>
          <p:cNvPr id="3" name="Slide Number Placeholder 2">
            <a:extLst>
              <a:ext uri="{FF2B5EF4-FFF2-40B4-BE49-F238E27FC236}">
                <a16:creationId xmlns:a16="http://schemas.microsoft.com/office/drawing/2014/main" id="{417F7A67-5848-459E-8CC7-482A6399C57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D1E5300-FC0F-4317-A193-EF6CE9E6F7B5}" type="slidenum">
              <a:rPr kumimoji="0" lang="en-GB" sz="800" b="0" i="0" u="none" strike="noStrike" kern="1200" cap="none" spc="0" normalizeH="0" baseline="0" noProof="0" smtClean="0">
                <a:ln>
                  <a:noFill/>
                </a:ln>
                <a:solidFill>
                  <a:srgbClr val="7C8F98"/>
                </a:solidFill>
                <a:effectLst/>
                <a:uLnTx/>
                <a:uFillTx/>
                <a:latin typeface="Equinor"/>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r>
              <a:rPr kumimoji="0" lang="en-GB" sz="800" b="0" i="0" u="none" strike="noStrike" kern="1200" cap="none" spc="0" normalizeH="0" baseline="0" noProof="0">
                <a:ln>
                  <a:noFill/>
                </a:ln>
                <a:solidFill>
                  <a:srgbClr val="7C8F98"/>
                </a:solidFill>
                <a:effectLst/>
                <a:uLnTx/>
                <a:uFillTx/>
                <a:latin typeface="Equinor"/>
                <a:ea typeface="+mn-ea"/>
                <a:cs typeface="+mn-cs"/>
              </a:rPr>
              <a:t>  |  </a:t>
            </a:r>
          </a:p>
        </p:txBody>
      </p:sp>
      <p:sp>
        <p:nvSpPr>
          <p:cNvPr id="19" name="Content Placeholder 3">
            <a:extLst>
              <a:ext uri="{FF2B5EF4-FFF2-40B4-BE49-F238E27FC236}">
                <a16:creationId xmlns:a16="http://schemas.microsoft.com/office/drawing/2014/main" id="{C336B86A-723E-4C6B-A088-E47674734660}"/>
              </a:ext>
            </a:extLst>
          </p:cNvPr>
          <p:cNvSpPr txBox="1">
            <a:spLocks/>
          </p:cNvSpPr>
          <p:nvPr/>
        </p:nvSpPr>
        <p:spPr>
          <a:xfrm>
            <a:off x="6982577" y="1253101"/>
            <a:ext cx="4834556" cy="5098663"/>
          </a:xfrm>
          <a:prstGeom prst="rect">
            <a:avLst/>
          </a:prstGeom>
        </p:spPr>
        <p:txBody>
          <a:bodyPr/>
          <a:lstStyle>
            <a:lvl1pPr marL="180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1pPr>
            <a:lvl2pPr marL="612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2pPr>
            <a:lvl3pPr marL="1044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3pPr>
            <a:lvl4pPr marL="1476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4pPr>
            <a:lvl5pPr marL="1908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0000" marR="0" lvl="0" indent="-180000" algn="l" defTabSz="914400" rtl="0" eaLnBrk="1" fontAlgn="auto" latinLnBrk="0" hangingPunct="1">
              <a:lnSpc>
                <a:spcPct val="100000"/>
              </a:lnSpc>
              <a:spcBef>
                <a:spcPts val="0"/>
              </a:spcBef>
              <a:spcAft>
                <a:spcPts val="600"/>
              </a:spcAft>
              <a:buClrTx/>
              <a:buSzPct val="80000"/>
              <a:buFont typeface="Arial" panose="020B0604020202020204" pitchFamily="34" charset="0"/>
              <a:buChar char="•"/>
              <a:tabLst/>
              <a:defRPr/>
            </a:pPr>
            <a:r>
              <a:rPr kumimoji="0" lang="nb-NO" sz="1600" b="0" i="0" u="none" strike="noStrike" kern="1200" cap="none" spc="0" normalizeH="0" baseline="0" noProof="0" err="1">
                <a:ln>
                  <a:noFill/>
                </a:ln>
                <a:solidFill>
                  <a:srgbClr val="333333"/>
                </a:solidFill>
                <a:effectLst/>
                <a:uLnTx/>
                <a:uFillTx/>
                <a:latin typeface="Equinor"/>
                <a:ea typeface="Verdana" panose="020B0604030504040204" pitchFamily="34" charset="0"/>
              </a:rPr>
              <a:t>Picking</a:t>
            </a:r>
            <a:r>
              <a:rPr kumimoji="0" lang="nb-NO" sz="1600" b="0" i="0" u="none" strike="noStrike" kern="1200" cap="none" spc="0" normalizeH="0" baseline="0" noProof="0">
                <a:ln>
                  <a:noFill/>
                </a:ln>
                <a:solidFill>
                  <a:srgbClr val="333333"/>
                </a:solidFill>
                <a:effectLst/>
                <a:uLnTx/>
                <a:uFillTx/>
                <a:latin typeface="Equinor"/>
                <a:ea typeface="Verdana" panose="020B0604030504040204" pitchFamily="34" charset="0"/>
              </a:rPr>
              <a:t> </a:t>
            </a:r>
            <a:r>
              <a:rPr kumimoji="0" lang="nb-NO" sz="1600" b="0" i="0" u="none" strike="noStrike" kern="1200" cap="none" spc="0" normalizeH="0" baseline="0" noProof="0" err="1">
                <a:ln>
                  <a:noFill/>
                </a:ln>
                <a:solidFill>
                  <a:srgbClr val="333333"/>
                </a:solidFill>
                <a:effectLst/>
                <a:uLnTx/>
                <a:uFillTx/>
                <a:latin typeface="Equinor"/>
                <a:ea typeface="Verdana" panose="020B0604030504040204" pitchFamily="34" charset="0"/>
              </a:rPr>
              <a:t>labeled</a:t>
            </a:r>
            <a:r>
              <a:rPr kumimoji="0" lang="nb-NO" sz="1600" b="0" i="0" u="none" strike="noStrike" kern="1200" cap="none" spc="0" normalizeH="0" baseline="0" noProof="0">
                <a:ln>
                  <a:noFill/>
                </a:ln>
                <a:solidFill>
                  <a:srgbClr val="333333"/>
                </a:solidFill>
                <a:effectLst/>
                <a:uLnTx/>
                <a:uFillTx/>
                <a:latin typeface="Equinor"/>
                <a:ea typeface="Verdana" panose="020B0604030504040204" pitchFamily="34" charset="0"/>
              </a:rPr>
              <a:t> samples </a:t>
            </a:r>
            <a:r>
              <a:rPr kumimoji="0" lang="nb-NO" sz="1600" b="0" i="0" u="none" strike="noStrike" kern="1200" cap="none" spc="0" normalizeH="0" baseline="0" noProof="0" err="1">
                <a:ln>
                  <a:noFill/>
                </a:ln>
                <a:solidFill>
                  <a:srgbClr val="333333"/>
                </a:solidFill>
                <a:effectLst/>
                <a:uLnTx/>
                <a:uFillTx/>
                <a:latin typeface="Equinor"/>
                <a:ea typeface="Verdana" panose="020B0604030504040204" pitchFamily="34" charset="0"/>
              </a:rPr>
              <a:t>on</a:t>
            </a:r>
            <a:r>
              <a:rPr kumimoji="0" lang="nb-NO" sz="1600" b="0" i="0" u="none" strike="noStrike" kern="1200" cap="none" spc="0" normalizeH="0" baseline="0" noProof="0">
                <a:ln>
                  <a:noFill/>
                </a:ln>
                <a:solidFill>
                  <a:srgbClr val="333333"/>
                </a:solidFill>
                <a:effectLst/>
                <a:uLnTx/>
                <a:uFillTx/>
                <a:latin typeface="Equinor"/>
                <a:ea typeface="Verdana" panose="020B0604030504040204" pitchFamily="34" charset="0"/>
              </a:rPr>
              <a:t> </a:t>
            </a:r>
            <a:r>
              <a:rPr kumimoji="0" lang="nb-NO" sz="1600" b="0" i="0" u="none" strike="noStrike" kern="1200" cap="none" spc="0" normalizeH="0" baseline="0" noProof="0" err="1">
                <a:ln>
                  <a:noFill/>
                </a:ln>
                <a:solidFill>
                  <a:srgbClr val="333333"/>
                </a:solidFill>
                <a:effectLst/>
                <a:uLnTx/>
                <a:uFillTx/>
                <a:latin typeface="Equinor"/>
                <a:ea typeface="Verdana" panose="020B0604030504040204" pitchFamily="34" charset="0"/>
              </a:rPr>
              <a:t>maps</a:t>
            </a:r>
            <a:endParaRPr lang="nb-NO">
              <a:solidFill>
                <a:srgbClr val="333333"/>
              </a:solidFill>
              <a:latin typeface="Equinor"/>
            </a:endParaRPr>
          </a:p>
          <a:p>
            <a:pPr lvl="1">
              <a:buFont typeface="Wingdings" panose="05000000000000000000" pitchFamily="2" charset="2"/>
              <a:buChar char="Ø"/>
            </a:pPr>
            <a:r>
              <a:rPr kumimoji="0" lang="nb-NO" b="0" i="0" u="none" strike="noStrike" kern="1200" cap="none" spc="0" normalizeH="0" baseline="0" noProof="0">
                <a:ln>
                  <a:noFill/>
                </a:ln>
                <a:solidFill>
                  <a:srgbClr val="333333"/>
                </a:solidFill>
                <a:effectLst/>
                <a:uLnTx/>
                <a:uFillTx/>
                <a:latin typeface="Equinor"/>
                <a:ea typeface="Verdana" panose="020B0604030504040204" pitchFamily="34" charset="0"/>
              </a:rPr>
              <a:t>TAG </a:t>
            </a:r>
            <a:r>
              <a:rPr kumimoji="0" lang="nb-NO" b="0" i="0" u="none" strike="noStrike" kern="1200" cap="none" spc="0" normalizeH="0" baseline="0" noProof="0" err="1">
                <a:ln>
                  <a:noFill/>
                </a:ln>
                <a:solidFill>
                  <a:srgbClr val="333333"/>
                </a:solidFill>
                <a:effectLst/>
                <a:uLnTx/>
                <a:uFillTx/>
                <a:latin typeface="Equinor"/>
                <a:ea typeface="Verdana" panose="020B0604030504040204" pitchFamily="34" charset="0"/>
              </a:rPr>
              <a:t>active</a:t>
            </a:r>
            <a:r>
              <a:rPr kumimoji="0" lang="nb-NO" b="0" i="0" u="none" strike="noStrike" kern="1200" cap="none" spc="0" normalizeH="0" baseline="0" noProof="0">
                <a:ln>
                  <a:noFill/>
                </a:ln>
                <a:solidFill>
                  <a:srgbClr val="333333"/>
                </a:solidFill>
                <a:effectLst/>
                <a:uLnTx/>
                <a:uFillTx/>
                <a:latin typeface="Equinor"/>
                <a:ea typeface="Verdana" panose="020B0604030504040204" pitchFamily="34" charset="0"/>
              </a:rPr>
              <a:t> and </a:t>
            </a:r>
            <a:r>
              <a:rPr kumimoji="0" lang="nb-NO" b="0" i="0" u="none" strike="noStrike" kern="1200" cap="none" spc="0" normalizeH="0" baseline="0" noProof="0" err="1">
                <a:ln>
                  <a:noFill/>
                </a:ln>
                <a:solidFill>
                  <a:srgbClr val="333333"/>
                </a:solidFill>
                <a:effectLst/>
                <a:uLnTx/>
                <a:uFillTx/>
                <a:latin typeface="Equinor"/>
                <a:ea typeface="Verdana" panose="020B0604030504040204" pitchFamily="34" charset="0"/>
              </a:rPr>
              <a:t>inactiv</a:t>
            </a:r>
            <a:r>
              <a:rPr kumimoji="0" lang="nb-NO" b="0" i="0" u="none" strike="noStrike" kern="1200" cap="none" spc="0" normalizeH="0" baseline="0" noProof="0">
                <a:ln>
                  <a:noFill/>
                </a:ln>
                <a:solidFill>
                  <a:srgbClr val="333333"/>
                </a:solidFill>
                <a:effectLst/>
                <a:uLnTx/>
                <a:uFillTx/>
                <a:latin typeface="Equinor"/>
                <a:ea typeface="Verdana" panose="020B0604030504040204" pitchFamily="34" charset="0"/>
              </a:rPr>
              <a:t> </a:t>
            </a:r>
            <a:r>
              <a:rPr kumimoji="0" lang="nb-NO" b="0" i="0" u="none" strike="noStrike" kern="1200" cap="none" spc="0" normalizeH="0" baseline="0" noProof="0" err="1">
                <a:ln>
                  <a:noFill/>
                </a:ln>
                <a:solidFill>
                  <a:srgbClr val="333333"/>
                </a:solidFill>
                <a:effectLst/>
                <a:uLnTx/>
                <a:uFillTx/>
                <a:latin typeface="Equinor"/>
                <a:ea typeface="Verdana" panose="020B0604030504040204" pitchFamily="34" charset="0"/>
              </a:rPr>
              <a:t>mounds</a:t>
            </a:r>
            <a:endParaRPr kumimoji="0" lang="nb-NO" b="0" i="0" u="none" strike="noStrike" kern="1200" cap="none" spc="0" normalizeH="0" baseline="0" noProof="0">
              <a:ln>
                <a:noFill/>
              </a:ln>
              <a:solidFill>
                <a:srgbClr val="333333"/>
              </a:solidFill>
              <a:effectLst/>
              <a:uLnTx/>
              <a:uFillTx/>
              <a:latin typeface="Equinor"/>
              <a:ea typeface="Verdana" panose="020B0604030504040204" pitchFamily="34" charset="0"/>
            </a:endParaRPr>
          </a:p>
          <a:p>
            <a:pPr lvl="1">
              <a:buFont typeface="Wingdings" panose="05000000000000000000" pitchFamily="2" charset="2"/>
              <a:buChar char="Ø"/>
            </a:pPr>
            <a:r>
              <a:rPr lang="nb-NO" err="1">
                <a:solidFill>
                  <a:srgbClr val="333333"/>
                </a:solidFill>
              </a:rPr>
              <a:t>Adding</a:t>
            </a:r>
            <a:r>
              <a:rPr lang="nb-NO">
                <a:solidFill>
                  <a:srgbClr val="333333"/>
                </a:solidFill>
              </a:rPr>
              <a:t> </a:t>
            </a:r>
            <a:r>
              <a:rPr lang="nb-NO" err="1">
                <a:solidFill>
                  <a:srgbClr val="333333"/>
                </a:solidFill>
              </a:rPr>
              <a:t>halluscinatory</a:t>
            </a:r>
            <a:r>
              <a:rPr lang="nb-NO">
                <a:solidFill>
                  <a:srgbClr val="333333"/>
                </a:solidFill>
              </a:rPr>
              <a:t> data (</a:t>
            </a:r>
            <a:r>
              <a:rPr lang="nb-NO" err="1">
                <a:solidFill>
                  <a:srgbClr val="333333"/>
                </a:solidFill>
              </a:rPr>
              <a:t>on</a:t>
            </a:r>
            <a:r>
              <a:rPr lang="nb-NO">
                <a:solidFill>
                  <a:srgbClr val="333333"/>
                </a:solidFill>
              </a:rPr>
              <a:t> a random location in </a:t>
            </a:r>
            <a:r>
              <a:rPr lang="nb-NO" err="1">
                <a:solidFill>
                  <a:srgbClr val="333333"/>
                </a:solidFill>
              </a:rPr>
              <a:t>the</a:t>
            </a:r>
            <a:r>
              <a:rPr lang="nb-NO">
                <a:solidFill>
                  <a:srgbClr val="333333"/>
                </a:solidFill>
              </a:rPr>
              <a:t> </a:t>
            </a:r>
            <a:r>
              <a:rPr lang="nb-NO" err="1">
                <a:solidFill>
                  <a:srgbClr val="333333"/>
                </a:solidFill>
              </a:rPr>
              <a:t>map</a:t>
            </a:r>
            <a:r>
              <a:rPr lang="nb-NO">
                <a:solidFill>
                  <a:srgbClr val="333333"/>
                </a:solidFill>
              </a:rPr>
              <a:t> </a:t>
            </a:r>
            <a:r>
              <a:rPr lang="nb-NO" err="1">
                <a:solidFill>
                  <a:srgbClr val="333333"/>
                </a:solidFill>
              </a:rPr>
              <a:t>we</a:t>
            </a:r>
            <a:r>
              <a:rPr lang="nb-NO">
                <a:solidFill>
                  <a:srgbClr val="333333"/>
                </a:solidFill>
              </a:rPr>
              <a:t> </a:t>
            </a:r>
            <a:r>
              <a:rPr lang="nb-NO" err="1">
                <a:solidFill>
                  <a:srgbClr val="333333"/>
                </a:solidFill>
              </a:rPr>
              <a:t>would</a:t>
            </a:r>
            <a:r>
              <a:rPr lang="nb-NO">
                <a:solidFill>
                  <a:srgbClr val="333333"/>
                </a:solidFill>
              </a:rPr>
              <a:t> most </a:t>
            </a:r>
            <a:r>
              <a:rPr lang="nb-NO" err="1">
                <a:solidFill>
                  <a:srgbClr val="333333"/>
                </a:solidFill>
              </a:rPr>
              <a:t>likely</a:t>
            </a:r>
            <a:r>
              <a:rPr lang="nb-NO">
                <a:solidFill>
                  <a:srgbClr val="333333"/>
                </a:solidFill>
              </a:rPr>
              <a:t> not hit a vent nor </a:t>
            </a:r>
            <a:r>
              <a:rPr lang="nb-NO" err="1">
                <a:solidFill>
                  <a:srgbClr val="333333"/>
                </a:solidFill>
              </a:rPr>
              <a:t>mound</a:t>
            </a:r>
            <a:r>
              <a:rPr lang="nb-NO">
                <a:solidFill>
                  <a:srgbClr val="333333"/>
                </a:solidFill>
              </a:rPr>
              <a:t>)</a:t>
            </a:r>
          </a:p>
          <a:p>
            <a:pPr lvl="1">
              <a:buFont typeface="Wingdings" panose="05000000000000000000" pitchFamily="2" charset="2"/>
              <a:buChar char="Ø"/>
            </a:pPr>
            <a:r>
              <a:rPr lang="nb-NO" err="1">
                <a:solidFill>
                  <a:srgbClr val="333333"/>
                </a:solidFill>
              </a:rPr>
              <a:t>Look</a:t>
            </a:r>
            <a:r>
              <a:rPr lang="nb-NO">
                <a:solidFill>
                  <a:srgbClr val="333333"/>
                </a:solidFill>
              </a:rPr>
              <a:t> up </a:t>
            </a:r>
            <a:r>
              <a:rPr lang="nb-NO" err="1">
                <a:solidFill>
                  <a:srgbClr val="333333"/>
                </a:solidFill>
              </a:rPr>
              <a:t>features</a:t>
            </a:r>
            <a:r>
              <a:rPr lang="nb-NO">
                <a:solidFill>
                  <a:srgbClr val="333333"/>
                </a:solidFill>
              </a:rPr>
              <a:t> </a:t>
            </a:r>
            <a:r>
              <a:rPr lang="nb-NO" err="1">
                <a:solidFill>
                  <a:srgbClr val="333333"/>
                </a:solidFill>
              </a:rPr>
              <a:t>on</a:t>
            </a:r>
            <a:r>
              <a:rPr lang="nb-NO">
                <a:solidFill>
                  <a:srgbClr val="333333"/>
                </a:solidFill>
              </a:rPr>
              <a:t> </a:t>
            </a:r>
            <a:r>
              <a:rPr lang="nb-NO" err="1">
                <a:solidFill>
                  <a:srgbClr val="333333"/>
                </a:solidFill>
              </a:rPr>
              <a:t>picked</a:t>
            </a:r>
            <a:r>
              <a:rPr lang="nb-NO">
                <a:solidFill>
                  <a:srgbClr val="333333"/>
                </a:solidFill>
              </a:rPr>
              <a:t> </a:t>
            </a:r>
            <a:r>
              <a:rPr lang="nb-NO" err="1">
                <a:solidFill>
                  <a:srgbClr val="333333"/>
                </a:solidFill>
              </a:rPr>
              <a:t>points</a:t>
            </a:r>
            <a:r>
              <a:rPr lang="nb-NO">
                <a:solidFill>
                  <a:srgbClr val="333333"/>
                </a:solidFill>
              </a:rPr>
              <a:t> in </a:t>
            </a:r>
            <a:r>
              <a:rPr lang="nb-NO" err="1">
                <a:solidFill>
                  <a:srgbClr val="333333"/>
                </a:solidFill>
              </a:rPr>
              <a:t>the</a:t>
            </a:r>
            <a:r>
              <a:rPr lang="nb-NO">
                <a:solidFill>
                  <a:srgbClr val="333333"/>
                </a:solidFill>
              </a:rPr>
              <a:t> </a:t>
            </a:r>
            <a:r>
              <a:rPr lang="nb-NO" err="1">
                <a:solidFill>
                  <a:srgbClr val="333333"/>
                </a:solidFill>
              </a:rPr>
              <a:t>maps</a:t>
            </a:r>
            <a:endParaRPr lang="nb-NO">
              <a:solidFill>
                <a:srgbClr val="333333"/>
              </a:solidFill>
            </a:endParaRPr>
          </a:p>
          <a:p>
            <a:r>
              <a:rPr lang="nb-NO" err="1">
                <a:solidFill>
                  <a:srgbClr val="333333"/>
                </a:solidFill>
              </a:rPr>
              <a:t>Feature</a:t>
            </a:r>
            <a:r>
              <a:rPr lang="nb-NO">
                <a:solidFill>
                  <a:srgbClr val="333333"/>
                </a:solidFill>
              </a:rPr>
              <a:t> </a:t>
            </a:r>
            <a:r>
              <a:rPr lang="nb-NO" err="1">
                <a:solidFill>
                  <a:srgbClr val="333333"/>
                </a:solidFill>
              </a:rPr>
              <a:t>selection</a:t>
            </a:r>
            <a:endParaRPr lang="nb-NO">
              <a:solidFill>
                <a:srgbClr val="333333"/>
              </a:solidFill>
            </a:endParaRPr>
          </a:p>
          <a:p>
            <a:pPr lvl="1">
              <a:buFont typeface="Wingdings" panose="05000000000000000000" pitchFamily="2" charset="2"/>
              <a:buChar char="Ø"/>
            </a:pPr>
            <a:r>
              <a:rPr lang="nb-NO" err="1">
                <a:solidFill>
                  <a:srgbClr val="333333"/>
                </a:solidFill>
              </a:rPr>
              <a:t>Maps</a:t>
            </a:r>
            <a:r>
              <a:rPr lang="nb-NO">
                <a:solidFill>
                  <a:srgbClr val="333333"/>
                </a:solidFill>
              </a:rPr>
              <a:t> </a:t>
            </a:r>
            <a:r>
              <a:rPr lang="nb-NO" err="1">
                <a:solidFill>
                  <a:srgbClr val="333333"/>
                </a:solidFill>
              </a:rPr>
              <a:t>showing</a:t>
            </a:r>
            <a:r>
              <a:rPr lang="nb-NO">
                <a:solidFill>
                  <a:srgbClr val="333333"/>
                </a:solidFill>
              </a:rPr>
              <a:t> </a:t>
            </a:r>
            <a:r>
              <a:rPr lang="nb-NO" err="1">
                <a:solidFill>
                  <a:srgbClr val="333333"/>
                </a:solidFill>
              </a:rPr>
              <a:t>large-scale</a:t>
            </a:r>
            <a:r>
              <a:rPr lang="nb-NO">
                <a:solidFill>
                  <a:srgbClr val="333333"/>
                </a:solidFill>
              </a:rPr>
              <a:t> </a:t>
            </a:r>
            <a:r>
              <a:rPr lang="nb-NO" err="1">
                <a:solidFill>
                  <a:srgbClr val="333333"/>
                </a:solidFill>
              </a:rPr>
              <a:t>properties</a:t>
            </a:r>
            <a:r>
              <a:rPr lang="nb-NO">
                <a:solidFill>
                  <a:srgbClr val="333333"/>
                </a:solidFill>
              </a:rPr>
              <a:t> (</a:t>
            </a:r>
            <a:r>
              <a:rPr lang="nb-NO" err="1">
                <a:solidFill>
                  <a:srgbClr val="333333"/>
                </a:solidFill>
              </a:rPr>
              <a:t>bathymetry</a:t>
            </a:r>
            <a:r>
              <a:rPr lang="nb-NO">
                <a:solidFill>
                  <a:srgbClr val="333333"/>
                </a:solidFill>
              </a:rPr>
              <a:t> and </a:t>
            </a:r>
            <a:r>
              <a:rPr lang="nb-NO" err="1">
                <a:solidFill>
                  <a:srgbClr val="333333"/>
                </a:solidFill>
              </a:rPr>
              <a:t>magnetics</a:t>
            </a:r>
            <a:r>
              <a:rPr lang="nb-NO">
                <a:solidFill>
                  <a:srgbClr val="333333"/>
                </a:solidFill>
              </a:rPr>
              <a:t>)</a:t>
            </a:r>
          </a:p>
          <a:p>
            <a:pPr lvl="1">
              <a:buFont typeface="Wingdings" panose="05000000000000000000" pitchFamily="2" charset="2"/>
              <a:buChar char="Ø"/>
            </a:pPr>
            <a:r>
              <a:rPr lang="nb-NO" err="1">
                <a:solidFill>
                  <a:srgbClr val="333333"/>
                </a:solidFill>
              </a:rPr>
              <a:t>Maps</a:t>
            </a:r>
            <a:r>
              <a:rPr lang="nb-NO">
                <a:solidFill>
                  <a:srgbClr val="333333"/>
                </a:solidFill>
              </a:rPr>
              <a:t> </a:t>
            </a:r>
            <a:r>
              <a:rPr lang="nb-NO" err="1">
                <a:solidFill>
                  <a:srgbClr val="333333"/>
                </a:solidFill>
              </a:rPr>
              <a:t>showing</a:t>
            </a:r>
            <a:r>
              <a:rPr lang="nb-NO">
                <a:solidFill>
                  <a:srgbClr val="333333"/>
                </a:solidFill>
              </a:rPr>
              <a:t> </a:t>
            </a:r>
            <a:r>
              <a:rPr lang="nb-NO" err="1">
                <a:solidFill>
                  <a:srgbClr val="333333"/>
                </a:solidFill>
              </a:rPr>
              <a:t>small-scale</a:t>
            </a:r>
            <a:r>
              <a:rPr lang="nb-NO">
                <a:solidFill>
                  <a:srgbClr val="333333"/>
                </a:solidFill>
              </a:rPr>
              <a:t> </a:t>
            </a:r>
            <a:r>
              <a:rPr lang="nb-NO" err="1">
                <a:solidFill>
                  <a:srgbClr val="333333"/>
                </a:solidFill>
              </a:rPr>
              <a:t>properties</a:t>
            </a:r>
            <a:r>
              <a:rPr lang="nb-NO">
                <a:solidFill>
                  <a:srgbClr val="333333"/>
                </a:solidFill>
              </a:rPr>
              <a:t> (</a:t>
            </a:r>
            <a:r>
              <a:rPr lang="nb-NO" err="1">
                <a:solidFill>
                  <a:srgbClr val="333333"/>
                </a:solidFill>
              </a:rPr>
              <a:t>backscatter</a:t>
            </a:r>
            <a:r>
              <a:rPr lang="nb-NO">
                <a:solidFill>
                  <a:srgbClr val="333333"/>
                </a:solidFill>
              </a:rPr>
              <a:t>, </a:t>
            </a:r>
            <a:r>
              <a:rPr lang="nb-NO" err="1">
                <a:solidFill>
                  <a:srgbClr val="333333"/>
                </a:solidFill>
              </a:rPr>
              <a:t>slope</a:t>
            </a:r>
            <a:r>
              <a:rPr lang="nb-NO">
                <a:solidFill>
                  <a:srgbClr val="333333"/>
                </a:solidFill>
              </a:rPr>
              <a:t>, </a:t>
            </a:r>
            <a:r>
              <a:rPr lang="nb-NO" err="1">
                <a:solidFill>
                  <a:srgbClr val="333333"/>
                </a:solidFill>
              </a:rPr>
              <a:t>curvature</a:t>
            </a:r>
            <a:r>
              <a:rPr lang="nb-NO">
                <a:solidFill>
                  <a:srgbClr val="333333"/>
                </a:solidFill>
              </a:rPr>
              <a:t>)</a:t>
            </a:r>
            <a:endParaRPr kumimoji="0" lang="nb-NO" sz="1600" b="0" i="0" u="none" strike="noStrike" kern="1200" cap="none" spc="0" normalizeH="0" baseline="0" noProof="0">
              <a:ln>
                <a:noFill/>
              </a:ln>
              <a:solidFill>
                <a:srgbClr val="333333"/>
              </a:solidFill>
              <a:effectLst/>
              <a:uLnTx/>
              <a:uFillTx/>
              <a:latin typeface="Equinor"/>
              <a:ea typeface="Verdana" panose="020B0604030504040204" pitchFamily="34" charset="0"/>
            </a:endParaRPr>
          </a:p>
          <a:p>
            <a:pPr marL="180000" marR="0" lvl="0" indent="-180000" algn="l" defTabSz="914400" rtl="0" eaLnBrk="1" fontAlgn="auto" latinLnBrk="0" hangingPunct="1">
              <a:lnSpc>
                <a:spcPct val="100000"/>
              </a:lnSpc>
              <a:spcBef>
                <a:spcPts val="0"/>
              </a:spcBef>
              <a:spcAft>
                <a:spcPts val="600"/>
              </a:spcAft>
              <a:buClrTx/>
              <a:buSzPct val="80000"/>
              <a:buFont typeface="Arial" panose="020B0604020202020204" pitchFamily="34" charset="0"/>
              <a:buChar char="•"/>
              <a:tabLst/>
              <a:defRPr/>
            </a:pPr>
            <a:r>
              <a:rPr kumimoji="0" lang="nb-NO" sz="1600" b="0" i="0" u="none" strike="noStrike" kern="1200" cap="none" spc="0" normalizeH="0" baseline="0" noProof="0" err="1">
                <a:ln>
                  <a:noFill/>
                </a:ln>
                <a:solidFill>
                  <a:srgbClr val="333333"/>
                </a:solidFill>
                <a:effectLst/>
                <a:uLnTx/>
                <a:uFillTx/>
                <a:latin typeface="Equinor"/>
                <a:ea typeface="Verdana" panose="020B0604030504040204" pitchFamily="34" charset="0"/>
              </a:rPr>
              <a:t>Estimation</a:t>
            </a:r>
            <a:r>
              <a:rPr kumimoji="0" lang="nb-NO" sz="1600" b="0" i="0" u="none" strike="noStrike" kern="1200" cap="none" spc="0" normalizeH="0" baseline="0" noProof="0">
                <a:ln>
                  <a:noFill/>
                </a:ln>
                <a:solidFill>
                  <a:srgbClr val="333333"/>
                </a:solidFill>
                <a:effectLst/>
                <a:uLnTx/>
                <a:uFillTx/>
                <a:latin typeface="Equinor"/>
                <a:ea typeface="Verdana" panose="020B0604030504040204" pitchFamily="34" charset="0"/>
              </a:rPr>
              <a:t> </a:t>
            </a:r>
            <a:r>
              <a:rPr kumimoji="0" lang="nb-NO" sz="1600" b="0" i="0" u="none" strike="noStrike" kern="1200" cap="none" spc="0" normalizeH="0" baseline="0" noProof="0" err="1">
                <a:ln>
                  <a:noFill/>
                </a:ln>
                <a:solidFill>
                  <a:srgbClr val="333333"/>
                </a:solidFill>
                <a:effectLst/>
                <a:uLnTx/>
                <a:uFillTx/>
                <a:latin typeface="Equinor"/>
                <a:ea typeface="Verdana" panose="020B0604030504040204" pitchFamily="34" charset="0"/>
              </a:rPr>
              <a:t>of</a:t>
            </a:r>
            <a:r>
              <a:rPr kumimoji="0" lang="nb-NO" sz="1600" b="0" i="0" u="none" strike="noStrike" kern="1200" cap="none" spc="0" normalizeH="0" baseline="0" noProof="0">
                <a:ln>
                  <a:noFill/>
                </a:ln>
                <a:solidFill>
                  <a:srgbClr val="333333"/>
                </a:solidFill>
                <a:effectLst/>
                <a:uLnTx/>
                <a:uFillTx/>
                <a:latin typeface="Equinor"/>
                <a:ea typeface="Verdana" panose="020B0604030504040204" pitchFamily="34" charset="0"/>
              </a:rPr>
              <a:t> </a:t>
            </a:r>
            <a:r>
              <a:rPr lang="nb-NO">
                <a:solidFill>
                  <a:srgbClr val="333333"/>
                </a:solidFill>
                <a:latin typeface="Equinor"/>
              </a:rPr>
              <a:t>m</a:t>
            </a:r>
            <a:r>
              <a:rPr kumimoji="0" lang="nb-NO" sz="1600" b="0" i="0" u="none" strike="noStrike" kern="1200" cap="none" spc="0" normalizeH="0" baseline="0" noProof="0" err="1">
                <a:ln>
                  <a:noFill/>
                </a:ln>
                <a:solidFill>
                  <a:srgbClr val="333333"/>
                </a:solidFill>
                <a:effectLst/>
                <a:uLnTx/>
                <a:uFillTx/>
                <a:latin typeface="Equinor"/>
                <a:ea typeface="Verdana" panose="020B0604030504040204" pitchFamily="34" charset="0"/>
              </a:rPr>
              <a:t>ean</a:t>
            </a:r>
            <a:r>
              <a:rPr kumimoji="0" lang="nb-NO" sz="1600" b="0" i="0" u="none" strike="noStrike" kern="1200" cap="none" spc="0" normalizeH="0" baseline="0" noProof="0">
                <a:ln>
                  <a:noFill/>
                </a:ln>
                <a:solidFill>
                  <a:srgbClr val="333333"/>
                </a:solidFill>
                <a:effectLst/>
                <a:uLnTx/>
                <a:uFillTx/>
                <a:latin typeface="Equinor"/>
                <a:ea typeface="Verdana" panose="020B0604030504040204" pitchFamily="34" charset="0"/>
              </a:rPr>
              <a:t> and </a:t>
            </a:r>
            <a:r>
              <a:rPr kumimoji="0" lang="nb-NO" sz="1600" b="0" i="0" u="none" strike="noStrike" kern="1200" cap="none" spc="0" normalizeH="0" baseline="0" noProof="0" err="1">
                <a:ln>
                  <a:noFill/>
                </a:ln>
                <a:solidFill>
                  <a:srgbClr val="333333"/>
                </a:solidFill>
                <a:effectLst/>
                <a:uLnTx/>
                <a:uFillTx/>
                <a:latin typeface="Equinor"/>
                <a:ea typeface="Verdana" panose="020B0604030504040204" pitchFamily="34" charset="0"/>
              </a:rPr>
              <a:t>variance</a:t>
            </a:r>
            <a:r>
              <a:rPr kumimoji="0" lang="nb-NO" sz="1600" b="0" i="0" u="none" strike="noStrike" kern="1200" cap="none" spc="0" normalizeH="0" baseline="0" noProof="0">
                <a:ln>
                  <a:noFill/>
                </a:ln>
                <a:solidFill>
                  <a:srgbClr val="333333"/>
                </a:solidFill>
                <a:effectLst/>
                <a:uLnTx/>
                <a:uFillTx/>
                <a:latin typeface="Equinor"/>
                <a:ea typeface="Verdana" panose="020B0604030504040204" pitchFamily="34" charset="0"/>
              </a:rPr>
              <a:t>:</a:t>
            </a:r>
          </a:p>
          <a:p>
            <a:pPr marL="612000" marR="0" lvl="1" indent="-180000" algn="l" defTabSz="914400" rtl="0" eaLnBrk="1" fontAlgn="auto" latinLnBrk="0" hangingPunct="1">
              <a:lnSpc>
                <a:spcPct val="100000"/>
              </a:lnSpc>
              <a:spcBef>
                <a:spcPts val="0"/>
              </a:spcBef>
              <a:spcAft>
                <a:spcPts val="600"/>
              </a:spcAft>
              <a:buClrTx/>
              <a:buSzPct val="80000"/>
              <a:buFont typeface="Wingdings" panose="05000000000000000000" pitchFamily="2" charset="2"/>
              <a:buChar char="Ø"/>
              <a:tabLst/>
              <a:defRPr/>
            </a:pPr>
            <a:r>
              <a:rPr kumimoji="0" lang="nb-NO" sz="1600" b="0" i="0" u="none" strike="noStrike" kern="1200" cap="none" spc="0" normalizeH="0" baseline="0" noProof="0">
                <a:ln>
                  <a:noFill/>
                </a:ln>
                <a:solidFill>
                  <a:srgbClr val="333333"/>
                </a:solidFill>
                <a:effectLst/>
                <a:uLnTx/>
                <a:uFillTx/>
                <a:latin typeface="Equinor"/>
                <a:ea typeface="Verdana" panose="020B0604030504040204" pitchFamily="34" charset="0"/>
              </a:rPr>
              <a:t>2-step ML</a:t>
            </a:r>
          </a:p>
          <a:p>
            <a:pPr marL="180000" marR="0" lvl="0" indent="-180000" algn="l" defTabSz="914400" rtl="0" eaLnBrk="1" fontAlgn="auto" latinLnBrk="0" hangingPunct="1">
              <a:lnSpc>
                <a:spcPct val="100000"/>
              </a:lnSpc>
              <a:spcBef>
                <a:spcPts val="0"/>
              </a:spcBef>
              <a:spcAft>
                <a:spcPts val="600"/>
              </a:spcAft>
              <a:buClrTx/>
              <a:buSzPct val="80000"/>
              <a:buFont typeface="Arial" panose="020B0604020202020204" pitchFamily="34" charset="0"/>
              <a:buChar char="•"/>
              <a:tabLst/>
              <a:defRPr/>
            </a:pPr>
            <a:r>
              <a:rPr kumimoji="0" lang="nb-NO" sz="1600" b="0" i="0" u="none" strike="noStrike" kern="1200" cap="none" spc="0" normalizeH="0" baseline="0" noProof="0">
                <a:ln>
                  <a:noFill/>
                </a:ln>
                <a:solidFill>
                  <a:srgbClr val="333333"/>
                </a:solidFill>
                <a:effectLst/>
                <a:uLnTx/>
                <a:uFillTx/>
                <a:latin typeface="Equinor"/>
                <a:ea typeface="Verdana" panose="020B0604030504040204" pitchFamily="34" charset="0"/>
              </a:rPr>
              <a:t>Train/test splitting </a:t>
            </a:r>
            <a:r>
              <a:rPr kumimoji="0" lang="nb-NO" sz="1600" b="0" i="0" u="none" strike="noStrike" kern="1200" cap="none" spc="0" normalizeH="0" baseline="0" noProof="0" err="1">
                <a:ln>
                  <a:noFill/>
                </a:ln>
                <a:solidFill>
                  <a:srgbClr val="333333"/>
                </a:solidFill>
                <a:effectLst/>
                <a:uLnTx/>
                <a:uFillTx/>
                <a:latin typeface="Equinor"/>
                <a:ea typeface="Verdana" panose="020B0604030504040204" pitchFamily="34" charset="0"/>
              </a:rPr>
              <a:t>method</a:t>
            </a:r>
            <a:endParaRPr kumimoji="0" lang="nb-NO" sz="1600" b="0" i="0" u="none" strike="noStrike" kern="1200" cap="none" spc="0" normalizeH="0" baseline="0" noProof="0">
              <a:ln>
                <a:noFill/>
              </a:ln>
              <a:solidFill>
                <a:srgbClr val="333333"/>
              </a:solidFill>
              <a:effectLst/>
              <a:uLnTx/>
              <a:uFillTx/>
              <a:latin typeface="Equinor"/>
              <a:ea typeface="Verdana" panose="020B0604030504040204" pitchFamily="34" charset="0"/>
            </a:endParaRPr>
          </a:p>
          <a:p>
            <a:pPr marL="612000" marR="0" lvl="1" indent="-180000" algn="l" defTabSz="914400" rtl="0" eaLnBrk="1" fontAlgn="auto" latinLnBrk="0" hangingPunct="1">
              <a:lnSpc>
                <a:spcPct val="100000"/>
              </a:lnSpc>
              <a:spcBef>
                <a:spcPts val="0"/>
              </a:spcBef>
              <a:spcAft>
                <a:spcPts val="600"/>
              </a:spcAft>
              <a:buClrTx/>
              <a:buSzPct val="80000"/>
              <a:buFont typeface="Wingdings" panose="05000000000000000000" pitchFamily="2" charset="2"/>
              <a:buChar char="Ø"/>
              <a:tabLst/>
              <a:defRPr/>
            </a:pPr>
            <a:r>
              <a:rPr kumimoji="0" lang="nb-NO" sz="1600" b="0" i="0" u="none" strike="noStrike" kern="1200" cap="none" spc="0" normalizeH="0" baseline="0" noProof="0">
                <a:ln>
                  <a:noFill/>
                </a:ln>
                <a:solidFill>
                  <a:srgbClr val="333333"/>
                </a:solidFill>
                <a:effectLst/>
                <a:uLnTx/>
                <a:uFillTx/>
                <a:latin typeface="Equinor"/>
                <a:ea typeface="Verdana" panose="020B0604030504040204" pitchFamily="34" charset="0"/>
              </a:rPr>
              <a:t>Random (</a:t>
            </a:r>
            <a:r>
              <a:rPr kumimoji="0" lang="nb-NO" sz="1600" b="0" i="0" u="none" strike="noStrike" kern="1200" cap="none" spc="0" normalizeH="0" baseline="0" noProof="0" err="1">
                <a:ln>
                  <a:noFill/>
                </a:ln>
                <a:solidFill>
                  <a:srgbClr val="333333"/>
                </a:solidFill>
                <a:effectLst/>
                <a:uLnTx/>
                <a:uFillTx/>
                <a:latin typeface="Equinor"/>
                <a:ea typeface="Verdana" panose="020B0604030504040204" pitchFamily="34" charset="0"/>
              </a:rPr>
              <a:t>short</a:t>
            </a:r>
            <a:r>
              <a:rPr kumimoji="0" lang="nb-NO" sz="1600" b="0" i="0" u="none" strike="noStrike" kern="1200" cap="none" spc="0" normalizeH="0" baseline="0" noProof="0">
                <a:ln>
                  <a:noFill/>
                </a:ln>
                <a:solidFill>
                  <a:srgbClr val="333333"/>
                </a:solidFill>
                <a:effectLst/>
                <a:uLnTx/>
                <a:uFillTx/>
                <a:latin typeface="Equinor"/>
                <a:ea typeface="Verdana" panose="020B0604030504040204" pitchFamily="34" charset="0"/>
              </a:rPr>
              <a:t>-range </a:t>
            </a:r>
            <a:r>
              <a:rPr kumimoji="0" lang="nb-NO" sz="1600" b="0" i="0" u="none" strike="noStrike" kern="1200" cap="none" spc="0" normalizeH="0" baseline="0" noProof="0" err="1">
                <a:ln>
                  <a:noFill/>
                </a:ln>
                <a:solidFill>
                  <a:srgbClr val="333333"/>
                </a:solidFill>
                <a:effectLst/>
                <a:uLnTx/>
                <a:uFillTx/>
                <a:latin typeface="Equinor"/>
                <a:ea typeface="Verdana" panose="020B0604030504040204" pitchFamily="34" charset="0"/>
              </a:rPr>
              <a:t>prediction</a:t>
            </a:r>
            <a:r>
              <a:rPr kumimoji="0" lang="nb-NO" sz="1600" b="0" i="0" u="none" strike="noStrike" kern="1200" cap="none" spc="0" normalizeH="0" baseline="0" noProof="0">
                <a:ln>
                  <a:noFill/>
                </a:ln>
                <a:solidFill>
                  <a:srgbClr val="333333"/>
                </a:solidFill>
                <a:effectLst/>
                <a:uLnTx/>
                <a:uFillTx/>
                <a:latin typeface="Equinor"/>
                <a:ea typeface="Verdana" panose="020B0604030504040204" pitchFamily="34" charset="0"/>
              </a:rPr>
              <a:t>)</a:t>
            </a:r>
          </a:p>
          <a:p>
            <a:pPr marL="612000" marR="0" lvl="1" indent="-180000" algn="l" defTabSz="914400" rtl="0" eaLnBrk="1" fontAlgn="auto" latinLnBrk="0" hangingPunct="1">
              <a:lnSpc>
                <a:spcPct val="100000"/>
              </a:lnSpc>
              <a:spcBef>
                <a:spcPts val="0"/>
              </a:spcBef>
              <a:spcAft>
                <a:spcPts val="600"/>
              </a:spcAft>
              <a:buClrTx/>
              <a:buSzPct val="80000"/>
              <a:buFont typeface="Wingdings" panose="05000000000000000000" pitchFamily="2" charset="2"/>
              <a:buChar char="Ø"/>
              <a:tabLst/>
              <a:defRPr/>
            </a:pPr>
            <a:r>
              <a:rPr kumimoji="0" lang="nb-NO" sz="1600" b="0" i="0" u="none" strike="noStrike" kern="1200" cap="none" spc="0" normalizeH="0" baseline="0" noProof="0">
                <a:ln>
                  <a:noFill/>
                </a:ln>
                <a:solidFill>
                  <a:srgbClr val="333333"/>
                </a:solidFill>
                <a:effectLst/>
                <a:uLnTx/>
                <a:uFillTx/>
                <a:latin typeface="Equinor"/>
                <a:ea typeface="Verdana" panose="020B0604030504040204" pitchFamily="34" charset="0"/>
              </a:rPr>
              <a:t>Spatial (long-range </a:t>
            </a:r>
            <a:r>
              <a:rPr kumimoji="0" lang="nb-NO" sz="1600" b="0" i="0" u="none" strike="noStrike" kern="1200" cap="none" spc="0" normalizeH="0" baseline="0" noProof="0" err="1">
                <a:ln>
                  <a:noFill/>
                </a:ln>
                <a:solidFill>
                  <a:srgbClr val="333333"/>
                </a:solidFill>
                <a:effectLst/>
                <a:uLnTx/>
                <a:uFillTx/>
                <a:latin typeface="Equinor"/>
                <a:ea typeface="Verdana" panose="020B0604030504040204" pitchFamily="34" charset="0"/>
              </a:rPr>
              <a:t>prediction</a:t>
            </a:r>
            <a:r>
              <a:rPr kumimoji="0" lang="nb-NO" sz="1600" b="0" i="0" u="none" strike="noStrike" kern="1200" cap="none" spc="0" normalizeH="0" baseline="0" noProof="0">
                <a:ln>
                  <a:noFill/>
                </a:ln>
                <a:solidFill>
                  <a:srgbClr val="333333"/>
                </a:solidFill>
                <a:effectLst/>
                <a:uLnTx/>
                <a:uFillTx/>
                <a:latin typeface="Equinor"/>
                <a:ea typeface="Verdana" panose="020B0604030504040204" pitchFamily="34" charset="0"/>
              </a:rPr>
              <a:t>)</a:t>
            </a:r>
          </a:p>
        </p:txBody>
      </p:sp>
      <p:pic>
        <p:nvPicPr>
          <p:cNvPr id="13" name="Picture 12">
            <a:extLst>
              <a:ext uri="{FF2B5EF4-FFF2-40B4-BE49-F238E27FC236}">
                <a16:creationId xmlns:a16="http://schemas.microsoft.com/office/drawing/2014/main" id="{63F828D7-2630-4A60-AA09-F4692DC6D6D1}"/>
              </a:ext>
            </a:extLst>
          </p:cNvPr>
          <p:cNvPicPr>
            <a:picLocks noChangeAspect="1"/>
          </p:cNvPicPr>
          <p:nvPr/>
        </p:nvPicPr>
        <p:blipFill>
          <a:blip r:embed="rId4"/>
          <a:stretch>
            <a:fillRect/>
          </a:stretch>
        </p:blipFill>
        <p:spPr>
          <a:xfrm>
            <a:off x="743086" y="5569411"/>
            <a:ext cx="881472" cy="846829"/>
          </a:xfrm>
          <a:prstGeom prst="rect">
            <a:avLst/>
          </a:prstGeom>
        </p:spPr>
      </p:pic>
      <p:sp>
        <p:nvSpPr>
          <p:cNvPr id="6" name="TextBox 5">
            <a:extLst>
              <a:ext uri="{FF2B5EF4-FFF2-40B4-BE49-F238E27FC236}">
                <a16:creationId xmlns:a16="http://schemas.microsoft.com/office/drawing/2014/main" id="{A2B13805-76DA-4FCA-B00E-8B333D6516D5}"/>
              </a:ext>
            </a:extLst>
          </p:cNvPr>
          <p:cNvSpPr txBox="1"/>
          <p:nvPr/>
        </p:nvSpPr>
        <p:spPr>
          <a:xfrm>
            <a:off x="1063760" y="967095"/>
            <a:ext cx="4834556" cy="523220"/>
          </a:xfrm>
          <a:prstGeom prst="rect">
            <a:avLst/>
          </a:prstGeom>
          <a:noFill/>
        </p:spPr>
        <p:txBody>
          <a:bodyPr wrap="square" rtlCol="0">
            <a:spAutoFit/>
          </a:bodyPr>
          <a:lstStyle/>
          <a:p>
            <a:r>
              <a:rPr lang="nb-NO" sz="1400"/>
              <a:t>(Same Python </a:t>
            </a:r>
            <a:r>
              <a:rPr lang="nb-NO" sz="1400" err="1"/>
              <a:t>code</a:t>
            </a:r>
            <a:r>
              <a:rPr lang="nb-NO" sz="1400"/>
              <a:t> as used for </a:t>
            </a:r>
            <a:r>
              <a:rPr lang="nb-NO" sz="1400" err="1"/>
              <a:t>the</a:t>
            </a:r>
            <a:r>
              <a:rPr lang="nb-NO" sz="1400"/>
              <a:t> </a:t>
            </a:r>
            <a:r>
              <a:rPr lang="nb-NO" sz="1400" err="1"/>
              <a:t>nodule</a:t>
            </a:r>
            <a:r>
              <a:rPr lang="nb-NO" sz="1400"/>
              <a:t> </a:t>
            </a:r>
            <a:r>
              <a:rPr lang="nb-NO" sz="1400" err="1"/>
              <a:t>resource</a:t>
            </a:r>
            <a:r>
              <a:rPr lang="nb-NO" sz="1400"/>
              <a:t> </a:t>
            </a:r>
            <a:r>
              <a:rPr lang="nb-NO" sz="1400" err="1"/>
              <a:t>assessment</a:t>
            </a:r>
            <a:r>
              <a:rPr lang="nb-NO" sz="1400"/>
              <a:t> in </a:t>
            </a:r>
            <a:r>
              <a:rPr lang="nb-NO" sz="1400" err="1"/>
              <a:t>the</a:t>
            </a:r>
            <a:r>
              <a:rPr lang="nb-NO" sz="1400"/>
              <a:t> Clarion </a:t>
            </a:r>
            <a:r>
              <a:rPr lang="nb-NO" sz="1400" err="1"/>
              <a:t>Clipperton</a:t>
            </a:r>
            <a:r>
              <a:rPr lang="nb-NO" sz="1400"/>
              <a:t> Zone)</a:t>
            </a:r>
          </a:p>
        </p:txBody>
      </p:sp>
    </p:spTree>
    <p:extLst>
      <p:ext uri="{BB962C8B-B14F-4D97-AF65-F5344CB8AC3E}">
        <p14:creationId xmlns:p14="http://schemas.microsoft.com/office/powerpoint/2010/main" val="1664631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5A5636A-D065-49CE-9329-DB4AFE21F9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210728">
            <a:off x="5132908" y="35890"/>
            <a:ext cx="2286246" cy="2783255"/>
          </a:xfrm>
          <a:prstGeom prst="rect">
            <a:avLst/>
          </a:prstGeom>
        </p:spPr>
      </p:pic>
      <p:pic>
        <p:nvPicPr>
          <p:cNvPr id="13" name="Picture 12" descr="Chart&#10;&#10;Description automatically generated">
            <a:extLst>
              <a:ext uri="{FF2B5EF4-FFF2-40B4-BE49-F238E27FC236}">
                <a16:creationId xmlns:a16="http://schemas.microsoft.com/office/drawing/2014/main" id="{4589D510-9C26-4323-9B71-BF7C69689EB6}"/>
              </a:ext>
            </a:extLst>
          </p:cNvPr>
          <p:cNvPicPr>
            <a:picLocks noChangeAspect="1"/>
          </p:cNvPicPr>
          <p:nvPr/>
        </p:nvPicPr>
        <p:blipFill rotWithShape="1">
          <a:blip r:embed="rId3">
            <a:extLst>
              <a:ext uri="{28A0092B-C50C-407E-A947-70E740481C1C}">
                <a14:useLocalDpi xmlns:a14="http://schemas.microsoft.com/office/drawing/2010/main" val="0"/>
              </a:ext>
            </a:extLst>
          </a:blip>
          <a:srcRect t="5689" r="2634"/>
          <a:stretch/>
        </p:blipFill>
        <p:spPr>
          <a:xfrm>
            <a:off x="122464" y="3385873"/>
            <a:ext cx="11870872" cy="3181238"/>
          </a:xfrm>
          <a:prstGeom prst="rect">
            <a:avLst/>
          </a:prstGeom>
        </p:spPr>
      </p:pic>
      <p:sp>
        <p:nvSpPr>
          <p:cNvPr id="2" name="Tittel 1">
            <a:extLst>
              <a:ext uri="{FF2B5EF4-FFF2-40B4-BE49-F238E27FC236}">
                <a16:creationId xmlns:a16="http://schemas.microsoft.com/office/drawing/2014/main" id="{A637C0E3-6401-405A-AE04-CD267C70DA21}"/>
              </a:ext>
            </a:extLst>
          </p:cNvPr>
          <p:cNvSpPr>
            <a:spLocks noGrp="1"/>
          </p:cNvSpPr>
          <p:nvPr>
            <p:ph type="title"/>
          </p:nvPr>
        </p:nvSpPr>
        <p:spPr>
          <a:xfrm>
            <a:off x="695324" y="219997"/>
            <a:ext cx="10801350" cy="1152525"/>
          </a:xfrm>
        </p:spPr>
        <p:txBody>
          <a:bodyPr/>
          <a:lstStyle/>
          <a:p>
            <a:r>
              <a:rPr lang="en-GB" dirty="0"/>
              <a:t>ML using  shipborne MBES and EMAG2</a:t>
            </a:r>
          </a:p>
        </p:txBody>
      </p:sp>
      <p:sp>
        <p:nvSpPr>
          <p:cNvPr id="5" name="Slide Number Placeholder 4">
            <a:extLst>
              <a:ext uri="{FF2B5EF4-FFF2-40B4-BE49-F238E27FC236}">
                <a16:creationId xmlns:a16="http://schemas.microsoft.com/office/drawing/2014/main" id="{1C034952-2E6D-4DDE-BA67-D752CA7ED0B4}"/>
              </a:ext>
            </a:extLst>
          </p:cNvPr>
          <p:cNvSpPr>
            <a:spLocks noGrp="1"/>
          </p:cNvSpPr>
          <p:nvPr>
            <p:ph type="sldNum" sz="quarter" idx="12"/>
          </p:nvPr>
        </p:nvSpPr>
        <p:spPr>
          <a:xfrm>
            <a:off x="695324" y="6596187"/>
            <a:ext cx="173124" cy="217625"/>
          </a:xfrm>
        </p:spPr>
        <p:txBody>
          <a:bodyPr/>
          <a:lstStyle/>
          <a:p>
            <a:fld id="{5D1E5300-FC0F-4317-A193-EF6CE9E6F7B5}" type="slidenum">
              <a:rPr lang="en-GB" noProof="0" smtClean="0"/>
              <a:pPr/>
              <a:t>8</a:t>
            </a:fld>
            <a:r>
              <a:rPr lang="en-GB" noProof="0"/>
              <a:t>  |  </a:t>
            </a:r>
          </a:p>
        </p:txBody>
      </p:sp>
      <p:sp>
        <p:nvSpPr>
          <p:cNvPr id="8" name="Speech Bubble: Rectangle 7">
            <a:extLst>
              <a:ext uri="{FF2B5EF4-FFF2-40B4-BE49-F238E27FC236}">
                <a16:creationId xmlns:a16="http://schemas.microsoft.com/office/drawing/2014/main" id="{843B50AD-3A14-4557-97E1-6B4827EFF76E}"/>
              </a:ext>
            </a:extLst>
          </p:cNvPr>
          <p:cNvSpPr/>
          <p:nvPr/>
        </p:nvSpPr>
        <p:spPr>
          <a:xfrm>
            <a:off x="1039960" y="1116804"/>
            <a:ext cx="2822203" cy="563131"/>
          </a:xfrm>
          <a:prstGeom prst="wedgeRectCallout">
            <a:avLst>
              <a:gd name="adj1" fmla="val 78936"/>
              <a:gd name="adj2" fmla="val -10694"/>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1600" dirty="0" err="1">
                <a:solidFill>
                  <a:schemeClr val="tx1"/>
                </a:solidFill>
              </a:rPr>
              <a:t>Figures</a:t>
            </a:r>
            <a:r>
              <a:rPr lang="nb-NO" sz="1600" dirty="0">
                <a:solidFill>
                  <a:schemeClr val="tx1"/>
                </a:solidFill>
              </a:rPr>
              <a:t> from Petersen et al., M127 Cruise Report, 2007</a:t>
            </a:r>
          </a:p>
        </p:txBody>
      </p:sp>
      <p:sp>
        <p:nvSpPr>
          <p:cNvPr id="3" name="TextBox 2">
            <a:extLst>
              <a:ext uri="{FF2B5EF4-FFF2-40B4-BE49-F238E27FC236}">
                <a16:creationId xmlns:a16="http://schemas.microsoft.com/office/drawing/2014/main" id="{A639FB9C-79A4-4D9B-809A-117D06FF7B32}"/>
              </a:ext>
            </a:extLst>
          </p:cNvPr>
          <p:cNvSpPr txBox="1"/>
          <p:nvPr/>
        </p:nvSpPr>
        <p:spPr>
          <a:xfrm>
            <a:off x="2651735" y="6375879"/>
            <a:ext cx="2420856" cy="307777"/>
          </a:xfrm>
          <a:prstGeom prst="rect">
            <a:avLst/>
          </a:prstGeom>
          <a:noFill/>
        </p:spPr>
        <p:txBody>
          <a:bodyPr wrap="none" rtlCol="0">
            <a:spAutoFit/>
          </a:bodyPr>
          <a:lstStyle/>
          <a:p>
            <a:r>
              <a:rPr lang="nb-NO" sz="1400"/>
              <a:t>Public data from M127 cruise</a:t>
            </a:r>
          </a:p>
        </p:txBody>
      </p:sp>
      <p:sp>
        <p:nvSpPr>
          <p:cNvPr id="10" name="TextBox 9">
            <a:extLst>
              <a:ext uri="{FF2B5EF4-FFF2-40B4-BE49-F238E27FC236}">
                <a16:creationId xmlns:a16="http://schemas.microsoft.com/office/drawing/2014/main" id="{3124E161-5950-4908-A68D-90F42C22DC2E}"/>
              </a:ext>
            </a:extLst>
          </p:cNvPr>
          <p:cNvSpPr txBox="1"/>
          <p:nvPr/>
        </p:nvSpPr>
        <p:spPr>
          <a:xfrm>
            <a:off x="8918339" y="6375879"/>
            <a:ext cx="2393604" cy="307777"/>
          </a:xfrm>
          <a:prstGeom prst="rect">
            <a:avLst/>
          </a:prstGeom>
          <a:noFill/>
        </p:spPr>
        <p:txBody>
          <a:bodyPr wrap="none" rtlCol="0">
            <a:spAutoFit/>
          </a:bodyPr>
          <a:lstStyle/>
          <a:p>
            <a:r>
              <a:rPr lang="nb-NO" sz="1400"/>
              <a:t>EMAG2.v3, </a:t>
            </a:r>
            <a:r>
              <a:rPr lang="nb-NO" sz="1400" err="1"/>
              <a:t>Equinor</a:t>
            </a:r>
            <a:r>
              <a:rPr lang="nb-NO" sz="1400"/>
              <a:t> in-house</a:t>
            </a:r>
          </a:p>
        </p:txBody>
      </p:sp>
      <p:sp>
        <p:nvSpPr>
          <p:cNvPr id="11" name="Speech Bubble: Rectangle 10">
            <a:extLst>
              <a:ext uri="{FF2B5EF4-FFF2-40B4-BE49-F238E27FC236}">
                <a16:creationId xmlns:a16="http://schemas.microsoft.com/office/drawing/2014/main" id="{BBF2870D-996F-4B71-8BA6-D594005A6761}"/>
              </a:ext>
            </a:extLst>
          </p:cNvPr>
          <p:cNvSpPr/>
          <p:nvPr/>
        </p:nvSpPr>
        <p:spPr>
          <a:xfrm>
            <a:off x="781886" y="2685547"/>
            <a:ext cx="3599119" cy="563131"/>
          </a:xfrm>
          <a:prstGeom prst="wedgeRectCallout">
            <a:avLst>
              <a:gd name="adj1" fmla="val 75780"/>
              <a:gd name="adj2" fmla="val 74311"/>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1600" dirty="0" err="1">
                <a:solidFill>
                  <a:schemeClr val="tx1"/>
                </a:solidFill>
              </a:rPr>
              <a:t>Backscatter</a:t>
            </a:r>
            <a:r>
              <a:rPr lang="nb-NO" sz="1600" dirty="0">
                <a:solidFill>
                  <a:schemeClr val="tx1"/>
                </a:solidFill>
              </a:rPr>
              <a:t> data have </a:t>
            </a:r>
            <a:r>
              <a:rPr lang="nb-NO" sz="1600" dirty="0" err="1">
                <a:solidFill>
                  <a:schemeClr val="tx1"/>
                </a:solidFill>
              </a:rPr>
              <a:t>unknown</a:t>
            </a:r>
            <a:r>
              <a:rPr lang="nb-NO" sz="1600" dirty="0">
                <a:solidFill>
                  <a:schemeClr val="tx1"/>
                </a:solidFill>
              </a:rPr>
              <a:t> </a:t>
            </a:r>
            <a:r>
              <a:rPr lang="nb-NO" sz="1600" dirty="0" err="1">
                <a:solidFill>
                  <a:schemeClr val="tx1"/>
                </a:solidFill>
              </a:rPr>
              <a:t>scale</a:t>
            </a:r>
            <a:r>
              <a:rPr lang="nb-NO" sz="1600" dirty="0">
                <a:solidFill>
                  <a:schemeClr val="tx1"/>
                </a:solidFill>
              </a:rPr>
              <a:t> (</a:t>
            </a:r>
            <a:r>
              <a:rPr lang="nb-NO" sz="1600" dirty="0" err="1">
                <a:solidFill>
                  <a:schemeClr val="tx1"/>
                </a:solidFill>
              </a:rPr>
              <a:t>color</a:t>
            </a:r>
            <a:r>
              <a:rPr lang="nb-NO" sz="1600" dirty="0">
                <a:solidFill>
                  <a:schemeClr val="tx1"/>
                </a:solidFill>
              </a:rPr>
              <a:t> </a:t>
            </a:r>
            <a:r>
              <a:rPr lang="nb-NO" sz="1600" dirty="0" err="1">
                <a:solidFill>
                  <a:schemeClr val="tx1"/>
                </a:solidFill>
              </a:rPr>
              <a:t>index</a:t>
            </a:r>
            <a:r>
              <a:rPr lang="nb-NO" sz="1600" dirty="0">
                <a:solidFill>
                  <a:schemeClr val="tx1"/>
                </a:solidFill>
              </a:rPr>
              <a:t> </a:t>
            </a:r>
            <a:r>
              <a:rPr lang="nb-NO" sz="1600" dirty="0" err="1">
                <a:solidFill>
                  <a:schemeClr val="tx1"/>
                </a:solidFill>
              </a:rPr>
              <a:t>between</a:t>
            </a:r>
            <a:r>
              <a:rPr lang="nb-NO" sz="1600" dirty="0">
                <a:solidFill>
                  <a:schemeClr val="tx1"/>
                </a:solidFill>
              </a:rPr>
              <a:t> 0 and 255)</a:t>
            </a:r>
          </a:p>
        </p:txBody>
      </p:sp>
      <p:sp>
        <p:nvSpPr>
          <p:cNvPr id="12" name="Speech Bubble: Rectangle 11">
            <a:extLst>
              <a:ext uri="{FF2B5EF4-FFF2-40B4-BE49-F238E27FC236}">
                <a16:creationId xmlns:a16="http://schemas.microsoft.com/office/drawing/2014/main" id="{E42F7CDF-3AB2-42F1-97FD-6FA9B58F38F9}"/>
              </a:ext>
            </a:extLst>
          </p:cNvPr>
          <p:cNvSpPr/>
          <p:nvPr/>
        </p:nvSpPr>
        <p:spPr>
          <a:xfrm>
            <a:off x="10134749" y="2165267"/>
            <a:ext cx="1848465" cy="791689"/>
          </a:xfrm>
          <a:prstGeom prst="wedgeRectCallout">
            <a:avLst>
              <a:gd name="adj1" fmla="val -38359"/>
              <a:gd name="adj2" fmla="val 91649"/>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1600" err="1">
                <a:solidFill>
                  <a:schemeClr val="tx1"/>
                </a:solidFill>
              </a:rPr>
              <a:t>Thanks</a:t>
            </a:r>
            <a:r>
              <a:rPr lang="nb-NO" sz="1600">
                <a:solidFill>
                  <a:schemeClr val="tx1"/>
                </a:solidFill>
              </a:rPr>
              <a:t> to Christian Gram for </a:t>
            </a:r>
            <a:r>
              <a:rPr lang="nb-NO" sz="1600" err="1">
                <a:solidFill>
                  <a:schemeClr val="tx1"/>
                </a:solidFill>
              </a:rPr>
              <a:t>doing</a:t>
            </a:r>
            <a:r>
              <a:rPr lang="nb-NO" sz="1600">
                <a:solidFill>
                  <a:schemeClr val="tx1"/>
                </a:solidFill>
              </a:rPr>
              <a:t> </a:t>
            </a:r>
            <a:r>
              <a:rPr lang="nb-NO" sz="1600" err="1">
                <a:solidFill>
                  <a:schemeClr val="tx1"/>
                </a:solidFill>
              </a:rPr>
              <a:t>the</a:t>
            </a:r>
            <a:r>
              <a:rPr lang="nb-NO" sz="1600">
                <a:solidFill>
                  <a:schemeClr val="tx1"/>
                </a:solidFill>
              </a:rPr>
              <a:t> RTP</a:t>
            </a:r>
          </a:p>
        </p:txBody>
      </p:sp>
      <p:pic>
        <p:nvPicPr>
          <p:cNvPr id="9" name="Picture 8">
            <a:extLst>
              <a:ext uri="{FF2B5EF4-FFF2-40B4-BE49-F238E27FC236}">
                <a16:creationId xmlns:a16="http://schemas.microsoft.com/office/drawing/2014/main" id="{5E922A82-EFAB-4B86-ADE5-B8A789CB44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210728">
            <a:off x="8197433" y="123970"/>
            <a:ext cx="1994733" cy="2620330"/>
          </a:xfrm>
          <a:prstGeom prst="rect">
            <a:avLst/>
          </a:prstGeom>
        </p:spPr>
      </p:pic>
    </p:spTree>
    <p:extLst>
      <p:ext uri="{BB962C8B-B14F-4D97-AF65-F5344CB8AC3E}">
        <p14:creationId xmlns:p14="http://schemas.microsoft.com/office/powerpoint/2010/main" val="1154999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A669A-4C84-4772-B358-38EAE7F34E80}"/>
              </a:ext>
            </a:extLst>
          </p:cNvPr>
          <p:cNvSpPr>
            <a:spLocks noGrp="1"/>
          </p:cNvSpPr>
          <p:nvPr>
            <p:ph type="title"/>
          </p:nvPr>
        </p:nvSpPr>
        <p:spPr>
          <a:xfrm>
            <a:off x="695325" y="12331"/>
            <a:ext cx="10801350" cy="1145313"/>
          </a:xfrm>
        </p:spPr>
        <p:txBody>
          <a:bodyPr/>
          <a:lstStyle/>
          <a:p>
            <a:r>
              <a:rPr lang="nb-NO" dirty="0"/>
              <a:t>Training sample </a:t>
            </a:r>
            <a:r>
              <a:rPr lang="nb-NO" dirty="0" err="1"/>
              <a:t>picks</a:t>
            </a:r>
            <a:endParaRPr lang="nb-NO" dirty="0"/>
          </a:p>
        </p:txBody>
      </p:sp>
      <p:sp>
        <p:nvSpPr>
          <p:cNvPr id="3" name="Slide Number Placeholder 2">
            <a:extLst>
              <a:ext uri="{FF2B5EF4-FFF2-40B4-BE49-F238E27FC236}">
                <a16:creationId xmlns:a16="http://schemas.microsoft.com/office/drawing/2014/main" id="{30C892BB-B7A9-4E47-840C-4B95A187DD90}"/>
              </a:ext>
            </a:extLst>
          </p:cNvPr>
          <p:cNvSpPr>
            <a:spLocks noGrp="1"/>
          </p:cNvSpPr>
          <p:nvPr>
            <p:ph type="sldNum" sz="quarter" idx="12"/>
          </p:nvPr>
        </p:nvSpPr>
        <p:spPr/>
        <p:txBody>
          <a:bodyPr/>
          <a:lstStyle/>
          <a:p>
            <a:fld id="{5D1E5300-FC0F-4317-A193-EF6CE9E6F7B5}" type="slidenum">
              <a:rPr lang="en-GB" smtClean="0"/>
              <a:pPr/>
              <a:t>9</a:t>
            </a:fld>
            <a:r>
              <a:rPr lang="en-GB"/>
              <a:t>  |  </a:t>
            </a:r>
            <a:endParaRPr lang="en-GB" noProof="0"/>
          </a:p>
        </p:txBody>
      </p:sp>
      <p:pic>
        <p:nvPicPr>
          <p:cNvPr id="5" name="Picture 4" descr="Map&#10;&#10;Description automatically generated">
            <a:extLst>
              <a:ext uri="{FF2B5EF4-FFF2-40B4-BE49-F238E27FC236}">
                <a16:creationId xmlns:a16="http://schemas.microsoft.com/office/drawing/2014/main" id="{F75205F6-3516-4674-A94E-05E71167DD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0584" y="860332"/>
            <a:ext cx="4902546" cy="5609164"/>
          </a:xfrm>
          <a:prstGeom prst="rect">
            <a:avLst/>
          </a:prstGeom>
        </p:spPr>
      </p:pic>
      <p:pic>
        <p:nvPicPr>
          <p:cNvPr id="7" name="Picture 6" descr="Chart, scatter chart&#10;&#10;Description automatically generated">
            <a:extLst>
              <a:ext uri="{FF2B5EF4-FFF2-40B4-BE49-F238E27FC236}">
                <a16:creationId xmlns:a16="http://schemas.microsoft.com/office/drawing/2014/main" id="{5731C7EB-2984-41E6-A00D-D1D2B54E8E55}"/>
              </a:ext>
            </a:extLst>
          </p:cNvPr>
          <p:cNvPicPr>
            <a:picLocks noChangeAspect="1"/>
          </p:cNvPicPr>
          <p:nvPr/>
        </p:nvPicPr>
        <p:blipFill rotWithShape="1">
          <a:blip r:embed="rId3">
            <a:extLst>
              <a:ext uri="{28A0092B-C50C-407E-A947-70E740481C1C}">
                <a14:useLocalDpi xmlns:a14="http://schemas.microsoft.com/office/drawing/2010/main" val="0"/>
              </a:ext>
            </a:extLst>
          </a:blip>
          <a:srcRect t="4240"/>
          <a:stretch/>
        </p:blipFill>
        <p:spPr>
          <a:xfrm>
            <a:off x="5986459" y="1047750"/>
            <a:ext cx="5510216" cy="5421746"/>
          </a:xfrm>
          <a:prstGeom prst="rect">
            <a:avLst/>
          </a:prstGeom>
        </p:spPr>
      </p:pic>
      <p:sp>
        <p:nvSpPr>
          <p:cNvPr id="8" name="Speech Bubble: Rectangle 7">
            <a:extLst>
              <a:ext uri="{FF2B5EF4-FFF2-40B4-BE49-F238E27FC236}">
                <a16:creationId xmlns:a16="http://schemas.microsoft.com/office/drawing/2014/main" id="{52C8ED98-2947-41FC-8325-0F2ACCF037D4}"/>
              </a:ext>
            </a:extLst>
          </p:cNvPr>
          <p:cNvSpPr/>
          <p:nvPr/>
        </p:nvSpPr>
        <p:spPr>
          <a:xfrm>
            <a:off x="8534400" y="3177983"/>
            <a:ext cx="1609725" cy="563131"/>
          </a:xfrm>
          <a:prstGeom prst="wedgeRectCallout">
            <a:avLst>
              <a:gd name="adj1" fmla="val -64406"/>
              <a:gd name="adj2" fmla="val 34975"/>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1200" dirty="0">
                <a:solidFill>
                  <a:schemeClr val="tx1"/>
                </a:solidFill>
              </a:rPr>
              <a:t>MIR is </a:t>
            </a:r>
            <a:r>
              <a:rPr lang="nb-NO" sz="1200" dirty="0" err="1">
                <a:solidFill>
                  <a:schemeClr val="tx1"/>
                </a:solidFill>
              </a:rPr>
              <a:t>the</a:t>
            </a:r>
            <a:r>
              <a:rPr lang="nb-NO" sz="1200" dirty="0">
                <a:solidFill>
                  <a:schemeClr val="tx1"/>
                </a:solidFill>
              </a:rPr>
              <a:t> </a:t>
            </a:r>
            <a:r>
              <a:rPr lang="nb-NO" sz="1200" dirty="0" err="1">
                <a:solidFill>
                  <a:schemeClr val="tx1"/>
                </a:solidFill>
              </a:rPr>
              <a:t>validation</a:t>
            </a:r>
            <a:r>
              <a:rPr lang="nb-NO" sz="1200" dirty="0">
                <a:solidFill>
                  <a:schemeClr val="tx1"/>
                </a:solidFill>
              </a:rPr>
              <a:t>; not used in </a:t>
            </a:r>
            <a:r>
              <a:rPr lang="nb-NO" sz="1200" dirty="0" err="1">
                <a:solidFill>
                  <a:schemeClr val="tx1"/>
                </a:solidFill>
              </a:rPr>
              <a:t>train&amp;test</a:t>
            </a:r>
            <a:endParaRPr lang="nb-NO" sz="1200" dirty="0">
              <a:solidFill>
                <a:schemeClr val="tx1"/>
              </a:solidFill>
            </a:endParaRPr>
          </a:p>
        </p:txBody>
      </p:sp>
    </p:spTree>
    <p:extLst>
      <p:ext uri="{BB962C8B-B14F-4D97-AF65-F5344CB8AC3E}">
        <p14:creationId xmlns:p14="http://schemas.microsoft.com/office/powerpoint/2010/main" val="1899630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637C0E3-6401-405A-AE04-CD267C70DA21}"/>
              </a:ext>
            </a:extLst>
          </p:cNvPr>
          <p:cNvSpPr>
            <a:spLocks noGrp="1"/>
          </p:cNvSpPr>
          <p:nvPr>
            <p:ph type="title"/>
          </p:nvPr>
        </p:nvSpPr>
        <p:spPr>
          <a:xfrm>
            <a:off x="8948056" y="750676"/>
            <a:ext cx="2865665" cy="1152525"/>
          </a:xfrm>
        </p:spPr>
        <p:txBody>
          <a:bodyPr/>
          <a:lstStyle/>
          <a:p>
            <a:r>
              <a:rPr lang="en-GB" sz="2000" dirty="0"/>
              <a:t>MBES, EMAG2 and derived maps (zone 23N)</a:t>
            </a:r>
          </a:p>
        </p:txBody>
      </p:sp>
      <p:pic>
        <p:nvPicPr>
          <p:cNvPr id="8" name="Picture 7" descr="Shape, polygon&#10;&#10;Description automatically generated">
            <a:extLst>
              <a:ext uri="{FF2B5EF4-FFF2-40B4-BE49-F238E27FC236}">
                <a16:creationId xmlns:a16="http://schemas.microsoft.com/office/drawing/2014/main" id="{A28996B8-F499-4778-ACE7-EB7927BAC4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686801" cy="6858000"/>
          </a:xfrm>
          <a:prstGeom prst="rect">
            <a:avLst/>
          </a:prstGeom>
        </p:spPr>
      </p:pic>
      <p:sp>
        <p:nvSpPr>
          <p:cNvPr id="10" name="TextBox 9">
            <a:extLst>
              <a:ext uri="{FF2B5EF4-FFF2-40B4-BE49-F238E27FC236}">
                <a16:creationId xmlns:a16="http://schemas.microsoft.com/office/drawing/2014/main" id="{DE4002B3-EFFA-4F68-9BFB-71F6B0FF105E}"/>
              </a:ext>
            </a:extLst>
          </p:cNvPr>
          <p:cNvSpPr txBox="1"/>
          <p:nvPr/>
        </p:nvSpPr>
        <p:spPr>
          <a:xfrm>
            <a:off x="8854708" y="2297188"/>
            <a:ext cx="3187091" cy="3139321"/>
          </a:xfrm>
          <a:prstGeom prst="rect">
            <a:avLst/>
          </a:prstGeom>
          <a:noFill/>
        </p:spPr>
        <p:txBody>
          <a:bodyPr wrap="none" rtlCol="0">
            <a:spAutoFit/>
          </a:bodyPr>
          <a:lstStyle/>
          <a:p>
            <a:r>
              <a:rPr lang="nb-NO" dirty="0" err="1"/>
              <a:t>bat</a:t>
            </a:r>
            <a:r>
              <a:rPr lang="nb-NO" dirty="0"/>
              <a:t> = </a:t>
            </a:r>
            <a:r>
              <a:rPr lang="nb-NO" dirty="0" err="1"/>
              <a:t>bathymetry</a:t>
            </a:r>
            <a:endParaRPr lang="nb-NO" dirty="0"/>
          </a:p>
          <a:p>
            <a:r>
              <a:rPr lang="nb-NO" dirty="0" err="1"/>
              <a:t>bs</a:t>
            </a:r>
            <a:r>
              <a:rPr lang="nb-NO" dirty="0"/>
              <a:t> = </a:t>
            </a:r>
            <a:r>
              <a:rPr lang="nb-NO" dirty="0" err="1"/>
              <a:t>backscatter</a:t>
            </a:r>
            <a:r>
              <a:rPr lang="nb-NO" dirty="0"/>
              <a:t> amplitude</a:t>
            </a:r>
          </a:p>
          <a:p>
            <a:r>
              <a:rPr lang="nb-NO" dirty="0" err="1"/>
              <a:t>slope</a:t>
            </a:r>
            <a:r>
              <a:rPr lang="nb-NO" dirty="0"/>
              <a:t> = magnitude </a:t>
            </a:r>
            <a:r>
              <a:rPr lang="nb-NO" dirty="0" err="1"/>
              <a:t>of</a:t>
            </a:r>
            <a:r>
              <a:rPr lang="nb-NO" dirty="0"/>
              <a:t> gradient</a:t>
            </a:r>
          </a:p>
          <a:p>
            <a:r>
              <a:rPr lang="nb-NO" dirty="0" err="1"/>
              <a:t>crv</a:t>
            </a:r>
            <a:r>
              <a:rPr lang="nb-NO" dirty="0"/>
              <a:t> = </a:t>
            </a:r>
            <a:r>
              <a:rPr lang="nb-NO" dirty="0" err="1"/>
              <a:t>mean</a:t>
            </a:r>
            <a:r>
              <a:rPr lang="nb-NO" dirty="0"/>
              <a:t> </a:t>
            </a:r>
            <a:r>
              <a:rPr lang="nb-NO" dirty="0" err="1"/>
              <a:t>curvature</a:t>
            </a:r>
            <a:endParaRPr lang="nb-NO" dirty="0"/>
          </a:p>
          <a:p>
            <a:r>
              <a:rPr lang="nb-NO" dirty="0" err="1"/>
              <a:t>crv_g</a:t>
            </a:r>
            <a:r>
              <a:rPr lang="nb-NO" dirty="0"/>
              <a:t> = </a:t>
            </a:r>
            <a:r>
              <a:rPr lang="nb-NO" dirty="0" err="1"/>
              <a:t>gaussian</a:t>
            </a:r>
            <a:r>
              <a:rPr lang="nb-NO" dirty="0"/>
              <a:t> </a:t>
            </a:r>
            <a:r>
              <a:rPr lang="nb-NO" dirty="0" err="1"/>
              <a:t>curvature</a:t>
            </a:r>
            <a:endParaRPr lang="nb-NO" dirty="0"/>
          </a:p>
          <a:p>
            <a:r>
              <a:rPr lang="nb-NO" dirty="0" err="1"/>
              <a:t>bss</a:t>
            </a:r>
            <a:r>
              <a:rPr lang="nb-NO" dirty="0"/>
              <a:t> = </a:t>
            </a:r>
            <a:r>
              <a:rPr lang="nb-NO" dirty="0" err="1"/>
              <a:t>backscatter</a:t>
            </a:r>
            <a:r>
              <a:rPr lang="nb-NO" dirty="0"/>
              <a:t> </a:t>
            </a:r>
            <a:r>
              <a:rPr lang="nb-NO" dirty="0" err="1"/>
              <a:t>slope</a:t>
            </a:r>
            <a:r>
              <a:rPr lang="nb-NO" dirty="0"/>
              <a:t> </a:t>
            </a:r>
          </a:p>
          <a:p>
            <a:r>
              <a:rPr lang="nb-NO" dirty="0" err="1"/>
              <a:t>tma</a:t>
            </a:r>
            <a:r>
              <a:rPr lang="nb-NO" dirty="0"/>
              <a:t> = </a:t>
            </a:r>
            <a:r>
              <a:rPr lang="nb-NO" dirty="0" err="1"/>
              <a:t>magnetic</a:t>
            </a:r>
            <a:r>
              <a:rPr lang="nb-NO" dirty="0"/>
              <a:t> </a:t>
            </a:r>
            <a:r>
              <a:rPr lang="nb-NO" dirty="0" err="1"/>
              <a:t>anomaly</a:t>
            </a:r>
            <a:r>
              <a:rPr lang="nb-NO" dirty="0"/>
              <a:t> RTP </a:t>
            </a:r>
          </a:p>
          <a:p>
            <a:r>
              <a:rPr lang="nb-NO" dirty="0" err="1"/>
              <a:t>tma_lo_k</a:t>
            </a:r>
            <a:r>
              <a:rPr lang="nb-NO" dirty="0"/>
              <a:t> = </a:t>
            </a:r>
            <a:r>
              <a:rPr lang="nb-NO" dirty="0" err="1"/>
              <a:t>magnetic</a:t>
            </a:r>
            <a:r>
              <a:rPr lang="nb-NO" dirty="0"/>
              <a:t>, </a:t>
            </a:r>
            <a:r>
              <a:rPr lang="nb-NO" dirty="0" err="1"/>
              <a:t>low</a:t>
            </a:r>
            <a:r>
              <a:rPr lang="nb-NO" dirty="0"/>
              <a:t> k</a:t>
            </a:r>
          </a:p>
          <a:p>
            <a:r>
              <a:rPr lang="nb-NO" dirty="0" err="1"/>
              <a:t>tma_hi_k</a:t>
            </a:r>
            <a:r>
              <a:rPr lang="nb-NO" dirty="0"/>
              <a:t> = </a:t>
            </a:r>
            <a:r>
              <a:rPr lang="nb-NO" dirty="0" err="1"/>
              <a:t>magnetic</a:t>
            </a:r>
            <a:r>
              <a:rPr lang="nb-NO" dirty="0"/>
              <a:t>, </a:t>
            </a:r>
            <a:r>
              <a:rPr lang="nb-NO" dirty="0" err="1"/>
              <a:t>high</a:t>
            </a:r>
            <a:r>
              <a:rPr lang="nb-NO" dirty="0"/>
              <a:t> k</a:t>
            </a:r>
          </a:p>
          <a:p>
            <a:endParaRPr lang="nb-NO" dirty="0"/>
          </a:p>
          <a:p>
            <a:endParaRPr lang="nb-NO" dirty="0"/>
          </a:p>
        </p:txBody>
      </p:sp>
    </p:spTree>
    <p:extLst>
      <p:ext uri="{BB962C8B-B14F-4D97-AF65-F5344CB8AC3E}">
        <p14:creationId xmlns:p14="http://schemas.microsoft.com/office/powerpoint/2010/main" val="1287863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637C0E3-6401-405A-AE04-CD267C70DA21}"/>
              </a:ext>
            </a:extLst>
          </p:cNvPr>
          <p:cNvSpPr>
            <a:spLocks noGrp="1"/>
          </p:cNvSpPr>
          <p:nvPr>
            <p:ph type="title"/>
          </p:nvPr>
        </p:nvSpPr>
        <p:spPr>
          <a:xfrm>
            <a:off x="695324" y="219997"/>
            <a:ext cx="10801350" cy="1152525"/>
          </a:xfrm>
        </p:spPr>
        <p:txBody>
          <a:bodyPr/>
          <a:lstStyle/>
          <a:p>
            <a:r>
              <a:rPr lang="en-GB"/>
              <a:t>Feature correlation heatmap</a:t>
            </a:r>
          </a:p>
        </p:txBody>
      </p:sp>
      <p:sp>
        <p:nvSpPr>
          <p:cNvPr id="5" name="Slide Number Placeholder 4">
            <a:extLst>
              <a:ext uri="{FF2B5EF4-FFF2-40B4-BE49-F238E27FC236}">
                <a16:creationId xmlns:a16="http://schemas.microsoft.com/office/drawing/2014/main" id="{1C034952-2E6D-4DDE-BA67-D752CA7ED0B4}"/>
              </a:ext>
            </a:extLst>
          </p:cNvPr>
          <p:cNvSpPr>
            <a:spLocks noGrp="1"/>
          </p:cNvSpPr>
          <p:nvPr>
            <p:ph type="sldNum" sz="quarter" idx="12"/>
          </p:nvPr>
        </p:nvSpPr>
        <p:spPr>
          <a:xfrm>
            <a:off x="695324" y="6596187"/>
            <a:ext cx="173124" cy="217625"/>
          </a:xfrm>
        </p:spPr>
        <p:txBody>
          <a:bodyPr/>
          <a:lstStyle/>
          <a:p>
            <a:fld id="{5D1E5300-FC0F-4317-A193-EF6CE9E6F7B5}" type="slidenum">
              <a:rPr lang="en-GB" noProof="0" smtClean="0"/>
              <a:pPr/>
              <a:t>11</a:t>
            </a:fld>
            <a:r>
              <a:rPr lang="en-GB" noProof="0"/>
              <a:t>  |  </a:t>
            </a:r>
          </a:p>
        </p:txBody>
      </p:sp>
      <p:pic>
        <p:nvPicPr>
          <p:cNvPr id="4" name="Picture 3" descr="Chart, treemap chart&#10;&#10;Description automatically generated">
            <a:extLst>
              <a:ext uri="{FF2B5EF4-FFF2-40B4-BE49-F238E27FC236}">
                <a16:creationId xmlns:a16="http://schemas.microsoft.com/office/drawing/2014/main" id="{E73DFEE9-B1BD-444B-84F0-A4CF9156D9D7}"/>
              </a:ext>
            </a:extLst>
          </p:cNvPr>
          <p:cNvPicPr>
            <a:picLocks noChangeAspect="1"/>
          </p:cNvPicPr>
          <p:nvPr/>
        </p:nvPicPr>
        <p:blipFill rotWithShape="1">
          <a:blip r:embed="rId2">
            <a:extLst>
              <a:ext uri="{28A0092B-C50C-407E-A947-70E740481C1C}">
                <a14:useLocalDpi xmlns:a14="http://schemas.microsoft.com/office/drawing/2010/main" val="0"/>
              </a:ext>
            </a:extLst>
          </a:blip>
          <a:srcRect t="8128" r="8281" b="6593"/>
          <a:stretch/>
        </p:blipFill>
        <p:spPr>
          <a:xfrm>
            <a:off x="306636" y="1057618"/>
            <a:ext cx="6711108" cy="5199963"/>
          </a:xfrm>
          <a:prstGeom prst="rect">
            <a:avLst/>
          </a:prstGeom>
        </p:spPr>
      </p:pic>
      <p:sp>
        <p:nvSpPr>
          <p:cNvPr id="6" name="TextBox 5">
            <a:extLst>
              <a:ext uri="{FF2B5EF4-FFF2-40B4-BE49-F238E27FC236}">
                <a16:creationId xmlns:a16="http://schemas.microsoft.com/office/drawing/2014/main" id="{9DC50FDD-C445-461E-975E-6B5E66E69183}"/>
              </a:ext>
            </a:extLst>
          </p:cNvPr>
          <p:cNvSpPr txBox="1"/>
          <p:nvPr/>
        </p:nvSpPr>
        <p:spPr>
          <a:xfrm>
            <a:off x="7017744" y="1456267"/>
            <a:ext cx="4822154" cy="4801314"/>
          </a:xfrm>
          <a:prstGeom prst="rect">
            <a:avLst/>
          </a:prstGeom>
          <a:noFill/>
        </p:spPr>
        <p:txBody>
          <a:bodyPr wrap="none" rtlCol="0">
            <a:spAutoFit/>
          </a:bodyPr>
          <a:lstStyle/>
          <a:p>
            <a:r>
              <a:rPr lang="nb-NO" dirty="0" err="1"/>
              <a:t>sms</a:t>
            </a:r>
            <a:r>
              <a:rPr lang="nb-NO" dirty="0"/>
              <a:t> = </a:t>
            </a:r>
            <a:r>
              <a:rPr lang="nb-NO" dirty="0" err="1"/>
              <a:t>cathegorical</a:t>
            </a:r>
            <a:r>
              <a:rPr lang="nb-NO" dirty="0"/>
              <a:t> target variable (0/1/2)*</a:t>
            </a:r>
          </a:p>
          <a:p>
            <a:r>
              <a:rPr lang="nb-NO" dirty="0" err="1"/>
              <a:t>bat</a:t>
            </a:r>
            <a:r>
              <a:rPr lang="nb-NO" dirty="0"/>
              <a:t> = </a:t>
            </a:r>
            <a:r>
              <a:rPr lang="nb-NO" dirty="0" err="1"/>
              <a:t>bathymetry</a:t>
            </a:r>
            <a:endParaRPr lang="nb-NO" dirty="0"/>
          </a:p>
          <a:p>
            <a:r>
              <a:rPr lang="nb-NO" dirty="0" err="1"/>
              <a:t>bs</a:t>
            </a:r>
            <a:r>
              <a:rPr lang="nb-NO" dirty="0"/>
              <a:t> = </a:t>
            </a:r>
            <a:r>
              <a:rPr lang="nb-NO" dirty="0" err="1"/>
              <a:t>backscatter</a:t>
            </a:r>
            <a:r>
              <a:rPr lang="nb-NO" dirty="0"/>
              <a:t> amplitude</a:t>
            </a:r>
          </a:p>
          <a:p>
            <a:r>
              <a:rPr lang="nb-NO" dirty="0" err="1"/>
              <a:t>slope</a:t>
            </a:r>
            <a:r>
              <a:rPr lang="nb-NO" dirty="0"/>
              <a:t> = magnitude </a:t>
            </a:r>
            <a:r>
              <a:rPr lang="nb-NO" dirty="0" err="1"/>
              <a:t>of</a:t>
            </a:r>
            <a:r>
              <a:rPr lang="nb-NO" dirty="0"/>
              <a:t> </a:t>
            </a:r>
            <a:r>
              <a:rPr lang="nb-NO" dirty="0" err="1"/>
              <a:t>cartesian</a:t>
            </a:r>
            <a:r>
              <a:rPr lang="nb-NO" dirty="0"/>
              <a:t> gradient</a:t>
            </a:r>
          </a:p>
          <a:p>
            <a:r>
              <a:rPr lang="nb-NO" dirty="0" err="1"/>
              <a:t>crv</a:t>
            </a:r>
            <a:r>
              <a:rPr lang="nb-NO" dirty="0"/>
              <a:t> = </a:t>
            </a:r>
            <a:r>
              <a:rPr lang="nb-NO" dirty="0" err="1"/>
              <a:t>mean</a:t>
            </a:r>
            <a:r>
              <a:rPr lang="nb-NO" dirty="0"/>
              <a:t> </a:t>
            </a:r>
            <a:r>
              <a:rPr lang="nb-NO" dirty="0" err="1"/>
              <a:t>curvature</a:t>
            </a:r>
            <a:endParaRPr lang="nb-NO" dirty="0"/>
          </a:p>
          <a:p>
            <a:r>
              <a:rPr lang="nb-NO" dirty="0" err="1"/>
              <a:t>crv_g</a:t>
            </a:r>
            <a:r>
              <a:rPr lang="nb-NO" dirty="0"/>
              <a:t> = </a:t>
            </a:r>
            <a:r>
              <a:rPr lang="nb-NO" dirty="0" err="1"/>
              <a:t>gaussian</a:t>
            </a:r>
            <a:r>
              <a:rPr lang="nb-NO" dirty="0"/>
              <a:t> </a:t>
            </a:r>
            <a:r>
              <a:rPr lang="nb-NO" dirty="0" err="1"/>
              <a:t>curvature</a:t>
            </a:r>
            <a:endParaRPr lang="nb-NO" dirty="0"/>
          </a:p>
          <a:p>
            <a:r>
              <a:rPr lang="nb-NO" dirty="0" err="1"/>
              <a:t>bss</a:t>
            </a:r>
            <a:r>
              <a:rPr lang="nb-NO" dirty="0"/>
              <a:t> = </a:t>
            </a:r>
            <a:r>
              <a:rPr lang="nb-NO" dirty="0" err="1"/>
              <a:t>backscatter</a:t>
            </a:r>
            <a:r>
              <a:rPr lang="nb-NO" dirty="0"/>
              <a:t> </a:t>
            </a:r>
            <a:r>
              <a:rPr lang="nb-NO" dirty="0" err="1"/>
              <a:t>slope</a:t>
            </a:r>
            <a:r>
              <a:rPr lang="nb-NO" dirty="0"/>
              <a:t> (</a:t>
            </a:r>
            <a:r>
              <a:rPr lang="nb-NO" dirty="0" err="1"/>
              <a:t>cartesian</a:t>
            </a:r>
            <a:r>
              <a:rPr lang="nb-NO" dirty="0"/>
              <a:t>)</a:t>
            </a:r>
          </a:p>
          <a:p>
            <a:r>
              <a:rPr lang="nb-NO" dirty="0" err="1"/>
              <a:t>tma</a:t>
            </a:r>
            <a:r>
              <a:rPr lang="nb-NO" dirty="0"/>
              <a:t> = </a:t>
            </a:r>
            <a:r>
              <a:rPr lang="nb-NO" dirty="0" err="1"/>
              <a:t>magnetic</a:t>
            </a:r>
            <a:r>
              <a:rPr lang="nb-NO" dirty="0"/>
              <a:t> </a:t>
            </a:r>
            <a:r>
              <a:rPr lang="nb-NO" dirty="0" err="1"/>
              <a:t>anomaly</a:t>
            </a:r>
            <a:r>
              <a:rPr lang="nb-NO" dirty="0"/>
              <a:t> RTP </a:t>
            </a:r>
          </a:p>
          <a:p>
            <a:r>
              <a:rPr lang="nb-NO" dirty="0" err="1"/>
              <a:t>tma_lo_k</a:t>
            </a:r>
            <a:r>
              <a:rPr lang="nb-NO" dirty="0"/>
              <a:t> = </a:t>
            </a:r>
            <a:r>
              <a:rPr lang="nb-NO" dirty="0" err="1"/>
              <a:t>magnetic</a:t>
            </a:r>
            <a:r>
              <a:rPr lang="nb-NO" dirty="0"/>
              <a:t> data, </a:t>
            </a:r>
            <a:r>
              <a:rPr lang="nb-NO" dirty="0" err="1"/>
              <a:t>low</a:t>
            </a:r>
            <a:r>
              <a:rPr lang="nb-NO" dirty="0"/>
              <a:t> </a:t>
            </a:r>
            <a:r>
              <a:rPr lang="nb-NO" dirty="0" err="1"/>
              <a:t>wavenumbers</a:t>
            </a:r>
            <a:endParaRPr lang="nb-NO" dirty="0"/>
          </a:p>
          <a:p>
            <a:r>
              <a:rPr lang="nb-NO" dirty="0" err="1"/>
              <a:t>tma_hi_k</a:t>
            </a:r>
            <a:r>
              <a:rPr lang="nb-NO" dirty="0"/>
              <a:t> = </a:t>
            </a:r>
            <a:r>
              <a:rPr lang="nb-NO" dirty="0" err="1"/>
              <a:t>magnetic</a:t>
            </a:r>
            <a:r>
              <a:rPr lang="nb-NO" dirty="0"/>
              <a:t> data, </a:t>
            </a:r>
            <a:r>
              <a:rPr lang="nb-NO" dirty="0" err="1"/>
              <a:t>high</a:t>
            </a:r>
            <a:r>
              <a:rPr lang="nb-NO" dirty="0"/>
              <a:t> </a:t>
            </a:r>
            <a:r>
              <a:rPr lang="nb-NO" dirty="0" err="1"/>
              <a:t>wavenumbers</a:t>
            </a:r>
            <a:endParaRPr lang="nb-NO" dirty="0"/>
          </a:p>
          <a:p>
            <a:endParaRPr lang="nb-NO" dirty="0"/>
          </a:p>
          <a:p>
            <a:endParaRPr lang="nb-NO" dirty="0"/>
          </a:p>
          <a:p>
            <a:r>
              <a:rPr lang="nb-NO" dirty="0"/>
              <a:t>*</a:t>
            </a:r>
            <a:r>
              <a:rPr lang="nb-NO" dirty="0" err="1"/>
              <a:t>Cathegories</a:t>
            </a:r>
            <a:r>
              <a:rPr lang="nb-NO" dirty="0"/>
              <a:t>:</a:t>
            </a:r>
          </a:p>
          <a:p>
            <a:pPr lvl="1"/>
            <a:r>
              <a:rPr lang="nb-NO" dirty="0"/>
              <a:t>0 = </a:t>
            </a:r>
            <a:r>
              <a:rPr lang="nb-NO" dirty="0" err="1"/>
              <a:t>bedrock</a:t>
            </a:r>
            <a:r>
              <a:rPr lang="nb-NO" dirty="0"/>
              <a:t> (non-</a:t>
            </a:r>
            <a:r>
              <a:rPr lang="nb-NO" dirty="0" err="1"/>
              <a:t>prospective</a:t>
            </a:r>
            <a:r>
              <a:rPr lang="nb-NO" dirty="0"/>
              <a:t>)</a:t>
            </a:r>
          </a:p>
          <a:p>
            <a:pPr lvl="1"/>
            <a:r>
              <a:rPr lang="nb-NO" dirty="0"/>
              <a:t>1  = </a:t>
            </a:r>
            <a:r>
              <a:rPr lang="nb-NO" dirty="0" err="1"/>
              <a:t>active</a:t>
            </a:r>
            <a:r>
              <a:rPr lang="nb-NO" dirty="0"/>
              <a:t> system (not </a:t>
            </a:r>
            <a:r>
              <a:rPr lang="nb-NO" dirty="0" err="1"/>
              <a:t>exploration</a:t>
            </a:r>
            <a:r>
              <a:rPr lang="nb-NO" dirty="0"/>
              <a:t> target)</a:t>
            </a:r>
          </a:p>
          <a:p>
            <a:pPr lvl="1"/>
            <a:r>
              <a:rPr lang="nb-NO" dirty="0"/>
              <a:t>2  = </a:t>
            </a:r>
            <a:r>
              <a:rPr lang="nb-NO" dirty="0" err="1"/>
              <a:t>inactive</a:t>
            </a:r>
            <a:r>
              <a:rPr lang="nb-NO" dirty="0"/>
              <a:t> system (</a:t>
            </a:r>
            <a:r>
              <a:rPr lang="nb-NO" dirty="0" err="1"/>
              <a:t>exploration</a:t>
            </a:r>
            <a:r>
              <a:rPr lang="nb-NO" dirty="0"/>
              <a:t> target)</a:t>
            </a:r>
          </a:p>
          <a:p>
            <a:pPr lvl="1"/>
            <a:r>
              <a:rPr lang="nb-NO" dirty="0"/>
              <a:t>  </a:t>
            </a:r>
          </a:p>
        </p:txBody>
      </p:sp>
    </p:spTree>
    <p:extLst>
      <p:ext uri="{BB962C8B-B14F-4D97-AF65-F5344CB8AC3E}">
        <p14:creationId xmlns:p14="http://schemas.microsoft.com/office/powerpoint/2010/main" val="192118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 name="Picture 16" descr="Chart, bar chart&#10;&#10;Description automatically generated">
            <a:extLst>
              <a:ext uri="{FF2B5EF4-FFF2-40B4-BE49-F238E27FC236}">
                <a16:creationId xmlns:a16="http://schemas.microsoft.com/office/drawing/2014/main" id="{ED8C3413-167F-4A08-A73F-F1A489C8A2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5291" y="3707950"/>
            <a:ext cx="3143251" cy="2619376"/>
          </a:xfrm>
          <a:prstGeom prst="rect">
            <a:avLst/>
          </a:prstGeom>
        </p:spPr>
      </p:pic>
      <p:pic>
        <p:nvPicPr>
          <p:cNvPr id="11" name="Picture 10" descr="Chart&#10;&#10;Description automatically generated">
            <a:extLst>
              <a:ext uri="{FF2B5EF4-FFF2-40B4-BE49-F238E27FC236}">
                <a16:creationId xmlns:a16="http://schemas.microsoft.com/office/drawing/2014/main" id="{7A490F3C-B156-465D-984F-5A74A8965BE5}"/>
              </a:ext>
            </a:extLst>
          </p:cNvPr>
          <p:cNvPicPr>
            <a:picLocks noChangeAspect="1"/>
          </p:cNvPicPr>
          <p:nvPr/>
        </p:nvPicPr>
        <p:blipFill rotWithShape="1">
          <a:blip r:embed="rId3">
            <a:extLst>
              <a:ext uri="{28A0092B-C50C-407E-A947-70E740481C1C}">
                <a14:useLocalDpi xmlns:a14="http://schemas.microsoft.com/office/drawing/2010/main" val="0"/>
              </a:ext>
            </a:extLst>
          </a:blip>
          <a:srcRect l="41197" r="12093" b="7143"/>
          <a:stretch/>
        </p:blipFill>
        <p:spPr>
          <a:xfrm>
            <a:off x="2261502" y="3126927"/>
            <a:ext cx="4057652" cy="3396347"/>
          </a:xfrm>
          <a:prstGeom prst="rect">
            <a:avLst/>
          </a:prstGeom>
        </p:spPr>
      </p:pic>
      <p:pic>
        <p:nvPicPr>
          <p:cNvPr id="13" name="Picture 12" descr="Chart, scatter chart&#10;&#10;Description automatically generated">
            <a:extLst>
              <a:ext uri="{FF2B5EF4-FFF2-40B4-BE49-F238E27FC236}">
                <a16:creationId xmlns:a16="http://schemas.microsoft.com/office/drawing/2014/main" id="{1AFCA5B6-4219-47F1-B795-BAD118303923}"/>
              </a:ext>
            </a:extLst>
          </p:cNvPr>
          <p:cNvPicPr>
            <a:picLocks noChangeAspect="1"/>
          </p:cNvPicPr>
          <p:nvPr/>
        </p:nvPicPr>
        <p:blipFill rotWithShape="1">
          <a:blip r:embed="rId4">
            <a:extLst>
              <a:ext uri="{28A0092B-C50C-407E-A947-70E740481C1C}">
                <a14:useLocalDpi xmlns:a14="http://schemas.microsoft.com/office/drawing/2010/main" val="0"/>
              </a:ext>
            </a:extLst>
          </a:blip>
          <a:srcRect l="41197" r="12093" b="7143"/>
          <a:stretch/>
        </p:blipFill>
        <p:spPr>
          <a:xfrm>
            <a:off x="2261502" y="0"/>
            <a:ext cx="4057651" cy="3396347"/>
          </a:xfrm>
          <a:prstGeom prst="rect">
            <a:avLst/>
          </a:prstGeom>
        </p:spPr>
      </p:pic>
      <p:sp>
        <p:nvSpPr>
          <p:cNvPr id="3" name="Slide Number Placeholder 2">
            <a:extLst>
              <a:ext uri="{FF2B5EF4-FFF2-40B4-BE49-F238E27FC236}">
                <a16:creationId xmlns:a16="http://schemas.microsoft.com/office/drawing/2014/main" id="{8ED79976-8A04-4346-B38D-D3D7E26EB5AF}"/>
              </a:ext>
            </a:extLst>
          </p:cNvPr>
          <p:cNvSpPr>
            <a:spLocks noGrp="1"/>
          </p:cNvSpPr>
          <p:nvPr>
            <p:ph type="sldNum" sz="quarter" idx="12"/>
          </p:nvPr>
        </p:nvSpPr>
        <p:spPr/>
        <p:txBody>
          <a:bodyPr/>
          <a:lstStyle/>
          <a:p>
            <a:fld id="{5D1E5300-FC0F-4317-A193-EF6CE9E6F7B5}" type="slidenum">
              <a:rPr lang="en-GB" smtClean="0"/>
              <a:pPr/>
              <a:t>12</a:t>
            </a:fld>
            <a:r>
              <a:rPr lang="en-GB"/>
              <a:t>  |  </a:t>
            </a:r>
            <a:endParaRPr lang="en-GB" noProof="0"/>
          </a:p>
        </p:txBody>
      </p:sp>
      <p:pic>
        <p:nvPicPr>
          <p:cNvPr id="15" name="Picture 14" descr="Chart, bar chart&#10;&#10;Description automatically generated">
            <a:extLst>
              <a:ext uri="{FF2B5EF4-FFF2-40B4-BE49-F238E27FC236}">
                <a16:creationId xmlns:a16="http://schemas.microsoft.com/office/drawing/2014/main" id="{53CCC3D4-6235-404B-A976-1CC972BEB9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19151" y="556534"/>
            <a:ext cx="3143251" cy="2619376"/>
          </a:xfrm>
          <a:prstGeom prst="rect">
            <a:avLst/>
          </a:prstGeom>
        </p:spPr>
      </p:pic>
      <p:pic>
        <p:nvPicPr>
          <p:cNvPr id="19" name="Picture 18" descr="Chart, scatter chart&#10;&#10;Description automatically generated">
            <a:extLst>
              <a:ext uri="{FF2B5EF4-FFF2-40B4-BE49-F238E27FC236}">
                <a16:creationId xmlns:a16="http://schemas.microsoft.com/office/drawing/2014/main" id="{9E7544F5-5D28-444E-9E06-6BF94D0E17C9}"/>
              </a:ext>
            </a:extLst>
          </p:cNvPr>
          <p:cNvPicPr>
            <a:picLocks noChangeAspect="1"/>
          </p:cNvPicPr>
          <p:nvPr/>
        </p:nvPicPr>
        <p:blipFill rotWithShape="1">
          <a:blip r:embed="rId6">
            <a:extLst>
              <a:ext uri="{28A0092B-C50C-407E-A947-70E740481C1C}">
                <a14:useLocalDpi xmlns:a14="http://schemas.microsoft.com/office/drawing/2010/main" val="0"/>
              </a:ext>
            </a:extLst>
          </a:blip>
          <a:srcRect r="67137"/>
          <a:stretch/>
        </p:blipFill>
        <p:spPr>
          <a:xfrm>
            <a:off x="9574536" y="587829"/>
            <a:ext cx="2320828" cy="2824846"/>
          </a:xfrm>
          <a:prstGeom prst="rect">
            <a:avLst/>
          </a:prstGeom>
        </p:spPr>
      </p:pic>
      <p:pic>
        <p:nvPicPr>
          <p:cNvPr id="21" name="Picture 20" descr="Chart, scatter chart&#10;&#10;Description automatically generated">
            <a:extLst>
              <a:ext uri="{FF2B5EF4-FFF2-40B4-BE49-F238E27FC236}">
                <a16:creationId xmlns:a16="http://schemas.microsoft.com/office/drawing/2014/main" id="{C52A5E28-4E0E-4EEB-9158-9C451728B792}"/>
              </a:ext>
            </a:extLst>
          </p:cNvPr>
          <p:cNvPicPr>
            <a:picLocks noChangeAspect="1"/>
          </p:cNvPicPr>
          <p:nvPr/>
        </p:nvPicPr>
        <p:blipFill rotWithShape="1">
          <a:blip r:embed="rId7">
            <a:extLst>
              <a:ext uri="{28A0092B-C50C-407E-A947-70E740481C1C}">
                <a14:useLocalDpi xmlns:a14="http://schemas.microsoft.com/office/drawing/2010/main" val="0"/>
              </a:ext>
            </a:extLst>
          </a:blip>
          <a:srcRect r="67137"/>
          <a:stretch/>
        </p:blipFill>
        <p:spPr>
          <a:xfrm>
            <a:off x="9574536" y="3714755"/>
            <a:ext cx="2320828" cy="2824846"/>
          </a:xfrm>
          <a:prstGeom prst="rect">
            <a:avLst/>
          </a:prstGeom>
        </p:spPr>
      </p:pic>
      <p:cxnSp>
        <p:nvCxnSpPr>
          <p:cNvPr id="23" name="Straight Connector 22">
            <a:extLst>
              <a:ext uri="{FF2B5EF4-FFF2-40B4-BE49-F238E27FC236}">
                <a16:creationId xmlns:a16="http://schemas.microsoft.com/office/drawing/2014/main" id="{37E3A0DB-082A-49A8-9D0E-4364F75A24D1}"/>
              </a:ext>
            </a:extLst>
          </p:cNvPr>
          <p:cNvCxnSpPr>
            <a:cxnSpLocks/>
          </p:cNvCxnSpPr>
          <p:nvPr/>
        </p:nvCxnSpPr>
        <p:spPr>
          <a:xfrm flipV="1">
            <a:off x="3175902" y="587829"/>
            <a:ext cx="1434599" cy="210638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0673B6D-69BA-472B-94C6-BA2BBA8D2795}"/>
              </a:ext>
            </a:extLst>
          </p:cNvPr>
          <p:cNvCxnSpPr>
            <a:cxnSpLocks/>
          </p:cNvCxnSpPr>
          <p:nvPr/>
        </p:nvCxnSpPr>
        <p:spPr>
          <a:xfrm flipV="1">
            <a:off x="3893201" y="813029"/>
            <a:ext cx="1434599" cy="210638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Speech Bubble: Rectangle 28">
            <a:extLst>
              <a:ext uri="{FF2B5EF4-FFF2-40B4-BE49-F238E27FC236}">
                <a16:creationId xmlns:a16="http://schemas.microsoft.com/office/drawing/2014/main" id="{A0B69B36-C416-4D19-9F1F-4C136DCA64F9}"/>
              </a:ext>
            </a:extLst>
          </p:cNvPr>
          <p:cNvSpPr/>
          <p:nvPr/>
        </p:nvSpPr>
        <p:spPr>
          <a:xfrm>
            <a:off x="162037" y="1470805"/>
            <a:ext cx="2198015" cy="790833"/>
          </a:xfrm>
          <a:prstGeom prst="wedgeRectCallout">
            <a:avLst>
              <a:gd name="adj1" fmla="val 98989"/>
              <a:gd name="adj2" fmla="val -4801"/>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1400" dirty="0" err="1">
                <a:solidFill>
                  <a:schemeClr val="tx1"/>
                </a:solidFill>
              </a:rPr>
              <a:t>Artifact</a:t>
            </a:r>
            <a:r>
              <a:rPr lang="nb-NO" sz="1400" dirty="0">
                <a:solidFill>
                  <a:schemeClr val="tx1"/>
                </a:solidFill>
              </a:rPr>
              <a:t> in </a:t>
            </a:r>
            <a:r>
              <a:rPr lang="nb-NO" sz="1400" dirty="0" err="1">
                <a:solidFill>
                  <a:schemeClr val="tx1"/>
                </a:solidFill>
              </a:rPr>
              <a:t>prospectivity</a:t>
            </a:r>
            <a:r>
              <a:rPr lang="nb-NO" sz="1400" dirty="0">
                <a:solidFill>
                  <a:schemeClr val="tx1"/>
                </a:solidFill>
              </a:rPr>
              <a:t> at </a:t>
            </a:r>
            <a:r>
              <a:rPr lang="nb-NO" sz="1400" dirty="0" err="1">
                <a:solidFill>
                  <a:schemeClr val="tx1"/>
                </a:solidFill>
              </a:rPr>
              <a:t>the</a:t>
            </a:r>
            <a:r>
              <a:rPr lang="nb-NO" sz="1400" dirty="0">
                <a:solidFill>
                  <a:schemeClr val="tx1"/>
                </a:solidFill>
              </a:rPr>
              <a:t> </a:t>
            </a:r>
            <a:r>
              <a:rPr lang="nb-NO" sz="1400" dirty="0" err="1">
                <a:solidFill>
                  <a:schemeClr val="tx1"/>
                </a:solidFill>
              </a:rPr>
              <a:t>Bruhnes</a:t>
            </a:r>
            <a:r>
              <a:rPr lang="nb-NO" sz="1400" dirty="0">
                <a:solidFill>
                  <a:schemeClr val="tx1"/>
                </a:solidFill>
              </a:rPr>
              <a:t> </a:t>
            </a:r>
            <a:r>
              <a:rPr lang="nb-NO" sz="1400" dirty="0" err="1">
                <a:solidFill>
                  <a:schemeClr val="tx1"/>
                </a:solidFill>
              </a:rPr>
              <a:t>Matuyama</a:t>
            </a:r>
            <a:r>
              <a:rPr lang="nb-NO" sz="1400" dirty="0">
                <a:solidFill>
                  <a:schemeClr val="tx1"/>
                </a:solidFill>
              </a:rPr>
              <a:t> </a:t>
            </a:r>
            <a:r>
              <a:rPr lang="nb-NO" sz="1400" dirty="0" err="1">
                <a:solidFill>
                  <a:schemeClr val="tx1"/>
                </a:solidFill>
              </a:rPr>
              <a:t>transition</a:t>
            </a:r>
            <a:endParaRPr lang="nb-NO" sz="1400" dirty="0">
              <a:solidFill>
                <a:schemeClr val="tx1"/>
              </a:solidFill>
            </a:endParaRPr>
          </a:p>
        </p:txBody>
      </p:sp>
      <p:sp>
        <p:nvSpPr>
          <p:cNvPr id="30" name="Speech Bubble: Rectangle 29">
            <a:extLst>
              <a:ext uri="{FF2B5EF4-FFF2-40B4-BE49-F238E27FC236}">
                <a16:creationId xmlns:a16="http://schemas.microsoft.com/office/drawing/2014/main" id="{9FAE94FD-4716-431E-9233-53824E17A243}"/>
              </a:ext>
            </a:extLst>
          </p:cNvPr>
          <p:cNvSpPr/>
          <p:nvPr/>
        </p:nvSpPr>
        <p:spPr>
          <a:xfrm>
            <a:off x="162037" y="4283178"/>
            <a:ext cx="2198015" cy="790833"/>
          </a:xfrm>
          <a:prstGeom prst="wedgeRectCallout">
            <a:avLst>
              <a:gd name="adj1" fmla="val 111688"/>
              <a:gd name="adj2" fmla="val -2367"/>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1400" dirty="0">
                <a:solidFill>
                  <a:schemeClr val="tx1"/>
                </a:solidFill>
              </a:rPr>
              <a:t>Regional </a:t>
            </a:r>
            <a:r>
              <a:rPr lang="nb-NO" sz="1400" dirty="0" err="1">
                <a:solidFill>
                  <a:schemeClr val="tx1"/>
                </a:solidFill>
              </a:rPr>
              <a:t>propsectivity</a:t>
            </a:r>
            <a:r>
              <a:rPr lang="nb-NO" sz="1400" dirty="0">
                <a:solidFill>
                  <a:schemeClr val="tx1"/>
                </a:solidFill>
              </a:rPr>
              <a:t> not </a:t>
            </a:r>
            <a:r>
              <a:rPr lang="nb-NO" sz="1400" dirty="0" err="1">
                <a:solidFill>
                  <a:schemeClr val="tx1"/>
                </a:solidFill>
              </a:rPr>
              <a:t>using</a:t>
            </a:r>
            <a:r>
              <a:rPr lang="nb-NO" sz="1400" dirty="0">
                <a:solidFill>
                  <a:schemeClr val="tx1"/>
                </a:solidFill>
              </a:rPr>
              <a:t> </a:t>
            </a:r>
            <a:r>
              <a:rPr lang="nb-NO" sz="1400" dirty="0" err="1">
                <a:solidFill>
                  <a:schemeClr val="tx1"/>
                </a:solidFill>
              </a:rPr>
              <a:t>the</a:t>
            </a:r>
            <a:r>
              <a:rPr lang="nb-NO" sz="1400" dirty="0">
                <a:solidFill>
                  <a:schemeClr val="tx1"/>
                </a:solidFill>
              </a:rPr>
              <a:t> </a:t>
            </a:r>
            <a:r>
              <a:rPr lang="nb-NO" sz="1400" dirty="0" err="1">
                <a:solidFill>
                  <a:schemeClr val="tx1"/>
                </a:solidFill>
              </a:rPr>
              <a:t>magnetic</a:t>
            </a:r>
            <a:r>
              <a:rPr lang="nb-NO" sz="1400" dirty="0">
                <a:solidFill>
                  <a:schemeClr val="tx1"/>
                </a:solidFill>
              </a:rPr>
              <a:t> data in </a:t>
            </a:r>
            <a:r>
              <a:rPr lang="nb-NO" sz="1400" dirty="0" err="1">
                <a:solidFill>
                  <a:schemeClr val="tx1"/>
                </a:solidFill>
              </a:rPr>
              <a:t>the</a:t>
            </a:r>
            <a:r>
              <a:rPr lang="nb-NO" sz="1400" dirty="0">
                <a:solidFill>
                  <a:schemeClr val="tx1"/>
                </a:solidFill>
              </a:rPr>
              <a:t> </a:t>
            </a:r>
            <a:r>
              <a:rPr lang="nb-NO" sz="1400" dirty="0" err="1">
                <a:solidFill>
                  <a:schemeClr val="tx1"/>
                </a:solidFill>
              </a:rPr>
              <a:t>prediction</a:t>
            </a:r>
            <a:endParaRPr lang="nb-NO" sz="1400" dirty="0">
              <a:solidFill>
                <a:schemeClr val="tx1"/>
              </a:solidFill>
            </a:endParaRPr>
          </a:p>
        </p:txBody>
      </p:sp>
    </p:spTree>
    <p:extLst>
      <p:ext uri="{BB962C8B-B14F-4D97-AF65-F5344CB8AC3E}">
        <p14:creationId xmlns:p14="http://schemas.microsoft.com/office/powerpoint/2010/main" val="3341545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637C0E3-6401-405A-AE04-CD267C70DA21}"/>
              </a:ext>
            </a:extLst>
          </p:cNvPr>
          <p:cNvSpPr>
            <a:spLocks noGrp="1"/>
          </p:cNvSpPr>
          <p:nvPr>
            <p:ph type="title"/>
          </p:nvPr>
        </p:nvSpPr>
        <p:spPr>
          <a:xfrm>
            <a:off x="9233807" y="750676"/>
            <a:ext cx="2579914" cy="1152525"/>
          </a:xfrm>
        </p:spPr>
        <p:txBody>
          <a:bodyPr/>
          <a:lstStyle/>
          <a:p>
            <a:r>
              <a:rPr lang="en-GB" sz="2000" dirty="0"/>
              <a:t>MBES, EMAG2 and derived maps zoomed to AUV area</a:t>
            </a:r>
          </a:p>
        </p:txBody>
      </p:sp>
      <p:pic>
        <p:nvPicPr>
          <p:cNvPr id="4" name="Picture 3">
            <a:extLst>
              <a:ext uri="{FF2B5EF4-FFF2-40B4-BE49-F238E27FC236}">
                <a16:creationId xmlns:a16="http://schemas.microsoft.com/office/drawing/2014/main" id="{968B3C3D-FA63-49AA-A3C3-77BB7209E1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999220" cy="6858000"/>
          </a:xfrm>
          <a:prstGeom prst="rect">
            <a:avLst/>
          </a:prstGeom>
        </p:spPr>
      </p:pic>
    </p:spTree>
    <p:extLst>
      <p:ext uri="{BB962C8B-B14F-4D97-AF65-F5344CB8AC3E}">
        <p14:creationId xmlns:p14="http://schemas.microsoft.com/office/powerpoint/2010/main" val="354942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46B99F9-D0E9-4E1C-AE60-35C9531322D3}"/>
              </a:ext>
            </a:extLst>
          </p:cNvPr>
          <p:cNvSpPr>
            <a:spLocks noGrp="1"/>
          </p:cNvSpPr>
          <p:nvPr>
            <p:ph type="title"/>
          </p:nvPr>
        </p:nvSpPr>
        <p:spPr>
          <a:xfrm>
            <a:off x="695325" y="137454"/>
            <a:ext cx="10801350" cy="1145313"/>
          </a:xfrm>
        </p:spPr>
        <p:txBody>
          <a:bodyPr/>
          <a:lstStyle/>
          <a:p>
            <a:r>
              <a:rPr lang="nb-NO" dirty="0" err="1"/>
              <a:t>Zoomed</a:t>
            </a:r>
            <a:r>
              <a:rPr lang="nb-NO" dirty="0"/>
              <a:t> to AUV area</a:t>
            </a:r>
          </a:p>
        </p:txBody>
      </p:sp>
      <p:sp>
        <p:nvSpPr>
          <p:cNvPr id="2" name="Slide Number Placeholder 1">
            <a:extLst>
              <a:ext uri="{FF2B5EF4-FFF2-40B4-BE49-F238E27FC236}">
                <a16:creationId xmlns:a16="http://schemas.microsoft.com/office/drawing/2014/main" id="{A096B791-F932-4F1A-9731-1EEF9BD2F8A9}"/>
              </a:ext>
            </a:extLst>
          </p:cNvPr>
          <p:cNvSpPr>
            <a:spLocks noGrp="1"/>
          </p:cNvSpPr>
          <p:nvPr>
            <p:ph type="sldNum" sz="quarter" idx="12"/>
          </p:nvPr>
        </p:nvSpPr>
        <p:spPr/>
        <p:txBody>
          <a:bodyPr/>
          <a:lstStyle/>
          <a:p>
            <a:fld id="{5D1E5300-FC0F-4317-A193-EF6CE9E6F7B5}" type="slidenum">
              <a:rPr lang="en-GB" smtClean="0"/>
              <a:pPr/>
              <a:t>14</a:t>
            </a:fld>
            <a:r>
              <a:rPr lang="en-GB"/>
              <a:t>  |  </a:t>
            </a:r>
            <a:endParaRPr lang="en-GB" noProof="0"/>
          </a:p>
        </p:txBody>
      </p:sp>
      <p:pic>
        <p:nvPicPr>
          <p:cNvPr id="10" name="Picture 9" descr="Chart, scatter chart&#10;&#10;Description automatically generated">
            <a:extLst>
              <a:ext uri="{FF2B5EF4-FFF2-40B4-BE49-F238E27FC236}">
                <a16:creationId xmlns:a16="http://schemas.microsoft.com/office/drawing/2014/main" id="{53EF317A-1B8D-42C2-B7F5-A88B69BEA5E1}"/>
              </a:ext>
            </a:extLst>
          </p:cNvPr>
          <p:cNvPicPr>
            <a:picLocks noChangeAspect="1"/>
          </p:cNvPicPr>
          <p:nvPr/>
        </p:nvPicPr>
        <p:blipFill rotWithShape="1">
          <a:blip r:embed="rId2">
            <a:extLst>
              <a:ext uri="{28A0092B-C50C-407E-A947-70E740481C1C}">
                <a14:useLocalDpi xmlns:a14="http://schemas.microsoft.com/office/drawing/2010/main" val="0"/>
              </a:ext>
            </a:extLst>
          </a:blip>
          <a:srcRect l="42905" r="13664" b="8224"/>
          <a:stretch/>
        </p:blipFill>
        <p:spPr>
          <a:xfrm>
            <a:off x="4337786" y="819608"/>
            <a:ext cx="3673640" cy="3155625"/>
          </a:xfrm>
          <a:prstGeom prst="rect">
            <a:avLst/>
          </a:prstGeom>
        </p:spPr>
      </p:pic>
      <p:pic>
        <p:nvPicPr>
          <p:cNvPr id="11" name="Picture 10" descr="Chart, bar chart&#10;&#10;Description automatically generated">
            <a:extLst>
              <a:ext uri="{FF2B5EF4-FFF2-40B4-BE49-F238E27FC236}">
                <a16:creationId xmlns:a16="http://schemas.microsoft.com/office/drawing/2014/main" id="{ED7472DE-D21D-48DC-8D84-9BC59C24FD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976" y="4079876"/>
            <a:ext cx="2894002" cy="2411668"/>
          </a:xfrm>
          <a:prstGeom prst="rect">
            <a:avLst/>
          </a:prstGeom>
        </p:spPr>
      </p:pic>
      <p:pic>
        <p:nvPicPr>
          <p:cNvPr id="12" name="Picture 11" descr="Chart, scatter chart&#10;&#10;Description automatically generated">
            <a:extLst>
              <a:ext uri="{FF2B5EF4-FFF2-40B4-BE49-F238E27FC236}">
                <a16:creationId xmlns:a16="http://schemas.microsoft.com/office/drawing/2014/main" id="{63449FDD-E69C-472E-BB98-3637C1FB463A}"/>
              </a:ext>
            </a:extLst>
          </p:cNvPr>
          <p:cNvPicPr>
            <a:picLocks noChangeAspect="1"/>
          </p:cNvPicPr>
          <p:nvPr/>
        </p:nvPicPr>
        <p:blipFill rotWithShape="1">
          <a:blip r:embed="rId4">
            <a:extLst>
              <a:ext uri="{28A0092B-C50C-407E-A947-70E740481C1C}">
                <a14:useLocalDpi xmlns:a14="http://schemas.microsoft.com/office/drawing/2010/main" val="0"/>
              </a:ext>
            </a:extLst>
          </a:blip>
          <a:srcRect l="42905" r="13664" b="8224"/>
          <a:stretch/>
        </p:blipFill>
        <p:spPr>
          <a:xfrm>
            <a:off x="8059559" y="819608"/>
            <a:ext cx="3673640" cy="3155625"/>
          </a:xfrm>
          <a:prstGeom prst="rect">
            <a:avLst/>
          </a:prstGeom>
        </p:spPr>
      </p:pic>
      <p:pic>
        <p:nvPicPr>
          <p:cNvPr id="13" name="Picture 12" descr="Chart, scatter chart&#10;&#10;Description automatically generated">
            <a:extLst>
              <a:ext uri="{FF2B5EF4-FFF2-40B4-BE49-F238E27FC236}">
                <a16:creationId xmlns:a16="http://schemas.microsoft.com/office/drawing/2014/main" id="{B70FD39A-E085-4C72-BE67-59FBAC1AA60B}"/>
              </a:ext>
            </a:extLst>
          </p:cNvPr>
          <p:cNvPicPr>
            <a:picLocks noChangeAspect="1"/>
          </p:cNvPicPr>
          <p:nvPr/>
        </p:nvPicPr>
        <p:blipFill rotWithShape="1">
          <a:blip r:embed="rId5">
            <a:extLst>
              <a:ext uri="{28A0092B-C50C-407E-A947-70E740481C1C}">
                <a14:useLocalDpi xmlns:a14="http://schemas.microsoft.com/office/drawing/2010/main" val="0"/>
              </a:ext>
            </a:extLst>
          </a:blip>
          <a:srcRect l="42905" r="13664" b="8224"/>
          <a:stretch/>
        </p:blipFill>
        <p:spPr>
          <a:xfrm>
            <a:off x="587140" y="819608"/>
            <a:ext cx="3673640" cy="3155625"/>
          </a:xfrm>
          <a:prstGeom prst="rect">
            <a:avLst/>
          </a:prstGeom>
        </p:spPr>
      </p:pic>
      <p:pic>
        <p:nvPicPr>
          <p:cNvPr id="14" name="Picture 13" descr="Chart, bar chart&#10;&#10;Description automatically generated">
            <a:extLst>
              <a:ext uri="{FF2B5EF4-FFF2-40B4-BE49-F238E27FC236}">
                <a16:creationId xmlns:a16="http://schemas.microsoft.com/office/drawing/2014/main" id="{4096657B-F37D-45F4-9100-03472B84D3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06082" y="4079876"/>
            <a:ext cx="2894002" cy="2411668"/>
          </a:xfrm>
          <a:prstGeom prst="rect">
            <a:avLst/>
          </a:prstGeom>
        </p:spPr>
      </p:pic>
      <p:pic>
        <p:nvPicPr>
          <p:cNvPr id="15" name="Picture 14" descr="Chart, bar chart&#10;&#10;Description automatically generated">
            <a:extLst>
              <a:ext uri="{FF2B5EF4-FFF2-40B4-BE49-F238E27FC236}">
                <a16:creationId xmlns:a16="http://schemas.microsoft.com/office/drawing/2014/main" id="{A28DC61D-40A8-401D-8B50-88078275286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00340" y="4079876"/>
            <a:ext cx="2894002" cy="2411668"/>
          </a:xfrm>
          <a:prstGeom prst="rect">
            <a:avLst/>
          </a:prstGeom>
        </p:spPr>
      </p:pic>
      <p:sp>
        <p:nvSpPr>
          <p:cNvPr id="16" name="TextBox 15">
            <a:extLst>
              <a:ext uri="{FF2B5EF4-FFF2-40B4-BE49-F238E27FC236}">
                <a16:creationId xmlns:a16="http://schemas.microsoft.com/office/drawing/2014/main" id="{C0FAF9A7-8DCB-4082-A910-AA7E24F3CD6E}"/>
              </a:ext>
            </a:extLst>
          </p:cNvPr>
          <p:cNvSpPr txBox="1"/>
          <p:nvPr/>
        </p:nvSpPr>
        <p:spPr>
          <a:xfrm>
            <a:off x="1949598" y="5330506"/>
            <a:ext cx="1563248" cy="707886"/>
          </a:xfrm>
          <a:prstGeom prst="rect">
            <a:avLst/>
          </a:prstGeom>
          <a:noFill/>
        </p:spPr>
        <p:txBody>
          <a:bodyPr wrap="none" rtlCol="0">
            <a:spAutoFit/>
          </a:bodyPr>
          <a:lstStyle/>
          <a:p>
            <a:r>
              <a:rPr lang="nb-NO" sz="1000" dirty="0"/>
              <a:t>Most </a:t>
            </a:r>
            <a:r>
              <a:rPr lang="nb-NO" sz="1000" dirty="0" err="1"/>
              <a:t>important</a:t>
            </a:r>
            <a:r>
              <a:rPr lang="nb-NO" sz="1000" dirty="0"/>
              <a:t> </a:t>
            </a:r>
            <a:r>
              <a:rPr lang="nb-NO" sz="1000" dirty="0" err="1"/>
              <a:t>features</a:t>
            </a:r>
            <a:r>
              <a:rPr lang="nb-NO" sz="1000" dirty="0"/>
              <a:t>:</a:t>
            </a:r>
          </a:p>
          <a:p>
            <a:pPr marL="285750" indent="-285750">
              <a:buFont typeface="Arial" panose="020B0604020202020204" pitchFamily="34" charset="0"/>
              <a:buChar char="•"/>
            </a:pPr>
            <a:r>
              <a:rPr lang="nb-NO" sz="1000" dirty="0" err="1"/>
              <a:t>Bathymetry</a:t>
            </a:r>
            <a:endParaRPr lang="nb-NO" sz="1000" dirty="0"/>
          </a:p>
          <a:p>
            <a:pPr marL="285750" indent="-285750">
              <a:buFont typeface="Arial" panose="020B0604020202020204" pitchFamily="34" charset="0"/>
              <a:buChar char="•"/>
            </a:pPr>
            <a:r>
              <a:rPr lang="nb-NO" sz="1000" dirty="0" err="1"/>
              <a:t>Backscatter</a:t>
            </a:r>
            <a:endParaRPr lang="nb-NO" sz="1000" dirty="0"/>
          </a:p>
          <a:p>
            <a:pPr marL="285750" indent="-285750">
              <a:buFont typeface="Arial" panose="020B0604020202020204" pitchFamily="34" charset="0"/>
              <a:buChar char="•"/>
            </a:pPr>
            <a:r>
              <a:rPr lang="nb-NO" sz="1000" dirty="0" err="1"/>
              <a:t>Magnetic</a:t>
            </a:r>
            <a:r>
              <a:rPr lang="nb-NO" sz="1000" dirty="0"/>
              <a:t> TMA</a:t>
            </a:r>
          </a:p>
        </p:txBody>
      </p:sp>
    </p:spTree>
    <p:extLst>
      <p:ext uri="{BB962C8B-B14F-4D97-AF65-F5344CB8AC3E}">
        <p14:creationId xmlns:p14="http://schemas.microsoft.com/office/powerpoint/2010/main" val="4259239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Graphical user interface&#10;&#10;Description automatically generated">
            <a:extLst>
              <a:ext uri="{FF2B5EF4-FFF2-40B4-BE49-F238E27FC236}">
                <a16:creationId xmlns:a16="http://schemas.microsoft.com/office/drawing/2014/main" id="{BB9D4DAC-F58E-4E5F-9E5D-D9376F85E0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4000" y="1800000"/>
            <a:ext cx="4526289" cy="4023368"/>
          </a:xfrm>
          <a:prstGeom prst="rect">
            <a:avLst/>
          </a:prstGeom>
        </p:spPr>
      </p:pic>
      <p:sp>
        <p:nvSpPr>
          <p:cNvPr id="15" name="Title 14">
            <a:extLst>
              <a:ext uri="{FF2B5EF4-FFF2-40B4-BE49-F238E27FC236}">
                <a16:creationId xmlns:a16="http://schemas.microsoft.com/office/drawing/2014/main" id="{2584106B-0AB7-4BBA-83D0-A290C39C3A98}"/>
              </a:ext>
            </a:extLst>
          </p:cNvPr>
          <p:cNvSpPr>
            <a:spLocks noGrp="1"/>
          </p:cNvSpPr>
          <p:nvPr>
            <p:ph type="title"/>
          </p:nvPr>
        </p:nvSpPr>
        <p:spPr/>
        <p:txBody>
          <a:bodyPr/>
          <a:lstStyle/>
          <a:p>
            <a:r>
              <a:rPr lang="nb-NO" dirty="0"/>
              <a:t>9 </a:t>
            </a:r>
            <a:r>
              <a:rPr lang="nb-NO" dirty="0" err="1"/>
              <a:t>features</a:t>
            </a:r>
            <a:endParaRPr lang="nb-NO" dirty="0"/>
          </a:p>
        </p:txBody>
      </p:sp>
      <p:sp>
        <p:nvSpPr>
          <p:cNvPr id="17" name="Content Placeholder 16">
            <a:extLst>
              <a:ext uri="{FF2B5EF4-FFF2-40B4-BE49-F238E27FC236}">
                <a16:creationId xmlns:a16="http://schemas.microsoft.com/office/drawing/2014/main" id="{66DE8458-C775-4AF3-87CC-CBC630886829}"/>
              </a:ext>
            </a:extLst>
          </p:cNvPr>
          <p:cNvSpPr>
            <a:spLocks noGrp="1"/>
          </p:cNvSpPr>
          <p:nvPr>
            <p:ph sz="half" idx="1"/>
          </p:nvPr>
        </p:nvSpPr>
        <p:spPr>
          <a:xfrm>
            <a:off x="695325" y="5918618"/>
            <a:ext cx="5364163" cy="558382"/>
          </a:xfrm>
        </p:spPr>
        <p:txBody>
          <a:bodyPr/>
          <a:lstStyle/>
          <a:p>
            <a:r>
              <a:rPr lang="nb-NO" sz="1400" dirty="0"/>
              <a:t>All </a:t>
            </a:r>
            <a:r>
              <a:rPr lang="nb-NO" sz="1400" dirty="0" err="1"/>
              <a:t>available</a:t>
            </a:r>
            <a:r>
              <a:rPr lang="nb-NO" sz="1400" dirty="0"/>
              <a:t> </a:t>
            </a:r>
            <a:r>
              <a:rPr lang="nb-NO" sz="1400" dirty="0" err="1"/>
              <a:t>features</a:t>
            </a:r>
            <a:r>
              <a:rPr lang="nb-NO" sz="1400" dirty="0"/>
              <a:t> used in </a:t>
            </a:r>
            <a:r>
              <a:rPr lang="nb-NO" sz="1400" dirty="0" err="1"/>
              <a:t>train&amp;test</a:t>
            </a:r>
            <a:endParaRPr lang="nb-NO" sz="1400" dirty="0"/>
          </a:p>
        </p:txBody>
      </p:sp>
      <p:sp>
        <p:nvSpPr>
          <p:cNvPr id="18" name="Content Placeholder 17">
            <a:extLst>
              <a:ext uri="{FF2B5EF4-FFF2-40B4-BE49-F238E27FC236}">
                <a16:creationId xmlns:a16="http://schemas.microsoft.com/office/drawing/2014/main" id="{AC2AE240-21FC-4704-AEE9-E1CC5DD7599A}"/>
              </a:ext>
            </a:extLst>
          </p:cNvPr>
          <p:cNvSpPr>
            <a:spLocks noGrp="1"/>
          </p:cNvSpPr>
          <p:nvPr>
            <p:ph sz="half" idx="2"/>
          </p:nvPr>
        </p:nvSpPr>
        <p:spPr>
          <a:xfrm>
            <a:off x="6132513" y="5918618"/>
            <a:ext cx="5364161" cy="558382"/>
          </a:xfrm>
        </p:spPr>
        <p:txBody>
          <a:bodyPr/>
          <a:lstStyle/>
          <a:p>
            <a:r>
              <a:rPr lang="nb-NO" sz="1400" dirty="0"/>
              <a:t>MIR is </a:t>
            </a:r>
            <a:r>
              <a:rPr lang="nb-NO" sz="1400" dirty="0" err="1"/>
              <a:t>detected</a:t>
            </a:r>
            <a:endParaRPr lang="nb-NO" sz="1400" dirty="0"/>
          </a:p>
        </p:txBody>
      </p:sp>
      <p:sp>
        <p:nvSpPr>
          <p:cNvPr id="2" name="Slide Number Placeholder 1">
            <a:extLst>
              <a:ext uri="{FF2B5EF4-FFF2-40B4-BE49-F238E27FC236}">
                <a16:creationId xmlns:a16="http://schemas.microsoft.com/office/drawing/2014/main" id="{9D6BF9C7-6537-48EE-94FE-10EF1A31AE6D}"/>
              </a:ext>
            </a:extLst>
          </p:cNvPr>
          <p:cNvSpPr>
            <a:spLocks noGrp="1"/>
          </p:cNvSpPr>
          <p:nvPr>
            <p:ph type="sldNum" sz="quarter" idx="12"/>
          </p:nvPr>
        </p:nvSpPr>
        <p:spPr/>
        <p:txBody>
          <a:bodyPr/>
          <a:lstStyle/>
          <a:p>
            <a:fld id="{5D1E5300-FC0F-4317-A193-EF6CE9E6F7B5}" type="slidenum">
              <a:rPr lang="en-GB" smtClean="0"/>
              <a:pPr/>
              <a:t>15</a:t>
            </a:fld>
            <a:r>
              <a:rPr lang="en-GB"/>
              <a:t>  |  </a:t>
            </a:r>
            <a:endParaRPr lang="en-GB" noProof="0"/>
          </a:p>
        </p:txBody>
      </p:sp>
      <p:pic>
        <p:nvPicPr>
          <p:cNvPr id="6" name="Picture 5" descr="A picture containing chart&#10;&#10;Description automatically generated">
            <a:extLst>
              <a:ext uri="{FF2B5EF4-FFF2-40B4-BE49-F238E27FC236}">
                <a16:creationId xmlns:a16="http://schemas.microsoft.com/office/drawing/2014/main" id="{B1A7C1CB-B05C-49B2-B62A-EB28E1F86CB6}"/>
              </a:ext>
            </a:extLst>
          </p:cNvPr>
          <p:cNvPicPr>
            <a:picLocks noChangeAspect="1"/>
          </p:cNvPicPr>
          <p:nvPr/>
        </p:nvPicPr>
        <p:blipFill rotWithShape="1">
          <a:blip r:embed="rId3">
            <a:extLst>
              <a:ext uri="{28A0092B-C50C-407E-A947-70E740481C1C}">
                <a14:useLocalDpi xmlns:a14="http://schemas.microsoft.com/office/drawing/2010/main" val="0"/>
              </a:ext>
            </a:extLst>
          </a:blip>
          <a:srcRect r="12630"/>
          <a:stretch/>
        </p:blipFill>
        <p:spPr>
          <a:xfrm>
            <a:off x="5252698" y="1800000"/>
            <a:ext cx="3954618" cy="4023368"/>
          </a:xfrm>
          <a:prstGeom prst="rect">
            <a:avLst/>
          </a:prstGeom>
        </p:spPr>
      </p:pic>
      <p:pic>
        <p:nvPicPr>
          <p:cNvPr id="8" name="Picture 7" descr="Graphical user interface&#10;&#10;Description automatically generated">
            <a:extLst>
              <a:ext uri="{FF2B5EF4-FFF2-40B4-BE49-F238E27FC236}">
                <a16:creationId xmlns:a16="http://schemas.microsoft.com/office/drawing/2014/main" id="{9CC95A03-C0F0-4AE2-9560-3B2781CA9DDE}"/>
              </a:ext>
            </a:extLst>
          </p:cNvPr>
          <p:cNvPicPr>
            <a:picLocks noChangeAspect="1"/>
          </p:cNvPicPr>
          <p:nvPr/>
        </p:nvPicPr>
        <p:blipFill rotWithShape="1">
          <a:blip r:embed="rId4">
            <a:extLst>
              <a:ext uri="{28A0092B-C50C-407E-A947-70E740481C1C}">
                <a14:useLocalDpi xmlns:a14="http://schemas.microsoft.com/office/drawing/2010/main" val="0"/>
              </a:ext>
            </a:extLst>
          </a:blip>
          <a:srcRect r="12630"/>
          <a:stretch/>
        </p:blipFill>
        <p:spPr>
          <a:xfrm>
            <a:off x="2288507" y="1800000"/>
            <a:ext cx="3954618" cy="4023368"/>
          </a:xfrm>
          <a:prstGeom prst="rect">
            <a:avLst/>
          </a:prstGeom>
        </p:spPr>
      </p:pic>
      <p:pic>
        <p:nvPicPr>
          <p:cNvPr id="4" name="Picture 3" descr="A picture containing chart&#10;&#10;Description automatically generated">
            <a:extLst>
              <a:ext uri="{FF2B5EF4-FFF2-40B4-BE49-F238E27FC236}">
                <a16:creationId xmlns:a16="http://schemas.microsoft.com/office/drawing/2014/main" id="{77E489C2-5A86-46AB-BDC8-980D43D16ED3}"/>
              </a:ext>
            </a:extLst>
          </p:cNvPr>
          <p:cNvPicPr>
            <a:picLocks noChangeAspect="1"/>
          </p:cNvPicPr>
          <p:nvPr/>
        </p:nvPicPr>
        <p:blipFill rotWithShape="1">
          <a:blip r:embed="rId5">
            <a:extLst>
              <a:ext uri="{28A0092B-C50C-407E-A947-70E740481C1C}">
                <a14:useLocalDpi xmlns:a14="http://schemas.microsoft.com/office/drawing/2010/main" val="0"/>
              </a:ext>
            </a:extLst>
          </a:blip>
          <a:srcRect r="12630"/>
          <a:stretch/>
        </p:blipFill>
        <p:spPr>
          <a:xfrm>
            <a:off x="-752077" y="1800000"/>
            <a:ext cx="3954618" cy="4023368"/>
          </a:xfrm>
          <a:prstGeom prst="rect">
            <a:avLst/>
          </a:prstGeom>
        </p:spPr>
      </p:pic>
      <p:pic>
        <p:nvPicPr>
          <p:cNvPr id="19" name="Picture 18" descr="Chart, bar chart&#10;&#10;Description automatically generated">
            <a:extLst>
              <a:ext uri="{FF2B5EF4-FFF2-40B4-BE49-F238E27FC236}">
                <a16:creationId xmlns:a16="http://schemas.microsoft.com/office/drawing/2014/main" id="{0220BECC-838A-4C19-8341-4200A7C0E05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17886" y="58319"/>
            <a:ext cx="2343150" cy="1952625"/>
          </a:xfrm>
          <a:prstGeom prst="rect">
            <a:avLst/>
          </a:prstGeom>
        </p:spPr>
      </p:pic>
    </p:spTree>
    <p:extLst>
      <p:ext uri="{BB962C8B-B14F-4D97-AF65-F5344CB8AC3E}">
        <p14:creationId xmlns:p14="http://schemas.microsoft.com/office/powerpoint/2010/main" val="3078220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 name="Picture 11" descr="Graphical user interface&#10;&#10;Description automatically generated">
            <a:extLst>
              <a:ext uri="{FF2B5EF4-FFF2-40B4-BE49-F238E27FC236}">
                <a16:creationId xmlns:a16="http://schemas.microsoft.com/office/drawing/2014/main" id="{74DBCDD8-BD5A-4063-B40A-9DCF75B7F9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4000" y="1800000"/>
            <a:ext cx="4526289" cy="4023368"/>
          </a:xfrm>
          <a:prstGeom prst="rect">
            <a:avLst/>
          </a:prstGeom>
        </p:spPr>
      </p:pic>
      <p:sp>
        <p:nvSpPr>
          <p:cNvPr id="15" name="Title 14">
            <a:extLst>
              <a:ext uri="{FF2B5EF4-FFF2-40B4-BE49-F238E27FC236}">
                <a16:creationId xmlns:a16="http://schemas.microsoft.com/office/drawing/2014/main" id="{2584106B-0AB7-4BBA-83D0-A290C39C3A98}"/>
              </a:ext>
            </a:extLst>
          </p:cNvPr>
          <p:cNvSpPr>
            <a:spLocks noGrp="1"/>
          </p:cNvSpPr>
          <p:nvPr>
            <p:ph type="title"/>
          </p:nvPr>
        </p:nvSpPr>
        <p:spPr/>
        <p:txBody>
          <a:bodyPr/>
          <a:lstStyle/>
          <a:p>
            <a:r>
              <a:rPr lang="nb-NO" dirty="0"/>
              <a:t>4 </a:t>
            </a:r>
            <a:r>
              <a:rPr lang="nb-NO" dirty="0" err="1"/>
              <a:t>features</a:t>
            </a:r>
            <a:endParaRPr lang="nb-NO" dirty="0"/>
          </a:p>
        </p:txBody>
      </p:sp>
      <p:sp>
        <p:nvSpPr>
          <p:cNvPr id="17" name="Content Placeholder 16">
            <a:extLst>
              <a:ext uri="{FF2B5EF4-FFF2-40B4-BE49-F238E27FC236}">
                <a16:creationId xmlns:a16="http://schemas.microsoft.com/office/drawing/2014/main" id="{66DE8458-C775-4AF3-87CC-CBC630886829}"/>
              </a:ext>
            </a:extLst>
          </p:cNvPr>
          <p:cNvSpPr>
            <a:spLocks noGrp="1"/>
          </p:cNvSpPr>
          <p:nvPr>
            <p:ph sz="half" idx="1"/>
          </p:nvPr>
        </p:nvSpPr>
        <p:spPr>
          <a:xfrm>
            <a:off x="695325" y="5918618"/>
            <a:ext cx="5364163" cy="558382"/>
          </a:xfrm>
        </p:spPr>
        <p:txBody>
          <a:bodyPr/>
          <a:lstStyle/>
          <a:p>
            <a:r>
              <a:rPr lang="nb-NO" sz="1400" dirty="0" err="1"/>
              <a:t>Dominated</a:t>
            </a:r>
            <a:r>
              <a:rPr lang="nb-NO" sz="1400" dirty="0"/>
              <a:t> by </a:t>
            </a:r>
            <a:r>
              <a:rPr lang="nb-NO" sz="1400" dirty="0" err="1"/>
              <a:t>bathymetry</a:t>
            </a:r>
            <a:endParaRPr lang="nb-NO" sz="1400" dirty="0"/>
          </a:p>
          <a:p>
            <a:r>
              <a:rPr lang="nb-NO" sz="1400" dirty="0" err="1"/>
              <a:t>Batymetry</a:t>
            </a:r>
            <a:r>
              <a:rPr lang="nb-NO" sz="1400" dirty="0"/>
              <a:t> </a:t>
            </a:r>
            <a:r>
              <a:rPr lang="nb-NO" sz="1400" dirty="0" err="1"/>
              <a:t>relatively</a:t>
            </a:r>
            <a:r>
              <a:rPr lang="nb-NO" sz="1400" dirty="0"/>
              <a:t> is </a:t>
            </a:r>
            <a:r>
              <a:rPr lang="nb-NO" sz="1400" dirty="0" err="1"/>
              <a:t>smooth</a:t>
            </a:r>
            <a:r>
              <a:rPr lang="nb-NO" sz="1400" dirty="0"/>
              <a:t>; </a:t>
            </a:r>
            <a:r>
              <a:rPr lang="nb-NO" sz="1400" dirty="0" err="1"/>
              <a:t>creates</a:t>
            </a:r>
            <a:r>
              <a:rPr lang="nb-NO" sz="1400" dirty="0"/>
              <a:t> </a:t>
            </a:r>
            <a:r>
              <a:rPr lang="nb-NO" sz="1400" dirty="0" err="1"/>
              <a:t>continuity</a:t>
            </a:r>
            <a:endParaRPr lang="nb-NO" sz="1400" dirty="0"/>
          </a:p>
        </p:txBody>
      </p:sp>
      <p:sp>
        <p:nvSpPr>
          <p:cNvPr id="18" name="Content Placeholder 17">
            <a:extLst>
              <a:ext uri="{FF2B5EF4-FFF2-40B4-BE49-F238E27FC236}">
                <a16:creationId xmlns:a16="http://schemas.microsoft.com/office/drawing/2014/main" id="{AC2AE240-21FC-4704-AEE9-E1CC5DD7599A}"/>
              </a:ext>
            </a:extLst>
          </p:cNvPr>
          <p:cNvSpPr>
            <a:spLocks noGrp="1"/>
          </p:cNvSpPr>
          <p:nvPr>
            <p:ph sz="half" idx="2"/>
          </p:nvPr>
        </p:nvSpPr>
        <p:spPr>
          <a:xfrm>
            <a:off x="6132513" y="5918618"/>
            <a:ext cx="5364161" cy="558382"/>
          </a:xfrm>
        </p:spPr>
        <p:txBody>
          <a:bodyPr/>
          <a:lstStyle/>
          <a:p>
            <a:r>
              <a:rPr lang="nb-NO" sz="1400" dirty="0"/>
              <a:t>MIR is </a:t>
            </a:r>
            <a:r>
              <a:rPr lang="nb-NO" sz="1400" dirty="0" err="1"/>
              <a:t>detected</a:t>
            </a:r>
            <a:endParaRPr lang="nb-NO" sz="1400" dirty="0"/>
          </a:p>
        </p:txBody>
      </p:sp>
      <p:sp>
        <p:nvSpPr>
          <p:cNvPr id="2" name="Slide Number Placeholder 1">
            <a:extLst>
              <a:ext uri="{FF2B5EF4-FFF2-40B4-BE49-F238E27FC236}">
                <a16:creationId xmlns:a16="http://schemas.microsoft.com/office/drawing/2014/main" id="{9D6BF9C7-6537-48EE-94FE-10EF1A31AE6D}"/>
              </a:ext>
            </a:extLst>
          </p:cNvPr>
          <p:cNvSpPr>
            <a:spLocks noGrp="1"/>
          </p:cNvSpPr>
          <p:nvPr>
            <p:ph type="sldNum" sz="quarter" idx="12"/>
          </p:nvPr>
        </p:nvSpPr>
        <p:spPr/>
        <p:txBody>
          <a:bodyPr/>
          <a:lstStyle/>
          <a:p>
            <a:fld id="{5D1E5300-FC0F-4317-A193-EF6CE9E6F7B5}" type="slidenum">
              <a:rPr lang="en-GB" smtClean="0"/>
              <a:pPr/>
              <a:t>16</a:t>
            </a:fld>
            <a:r>
              <a:rPr lang="en-GB"/>
              <a:t>  |  </a:t>
            </a:r>
            <a:endParaRPr lang="en-GB" noProof="0"/>
          </a:p>
        </p:txBody>
      </p:sp>
      <p:pic>
        <p:nvPicPr>
          <p:cNvPr id="6" name="Picture 5" descr="A picture containing chart&#10;&#10;Description automatically generated">
            <a:extLst>
              <a:ext uri="{FF2B5EF4-FFF2-40B4-BE49-F238E27FC236}">
                <a16:creationId xmlns:a16="http://schemas.microsoft.com/office/drawing/2014/main" id="{B1A7C1CB-B05C-49B2-B62A-EB28E1F86CB6}"/>
              </a:ext>
            </a:extLst>
          </p:cNvPr>
          <p:cNvPicPr>
            <a:picLocks noChangeAspect="1"/>
          </p:cNvPicPr>
          <p:nvPr/>
        </p:nvPicPr>
        <p:blipFill rotWithShape="1">
          <a:blip r:embed="rId3">
            <a:extLst>
              <a:ext uri="{28A0092B-C50C-407E-A947-70E740481C1C}">
                <a14:useLocalDpi xmlns:a14="http://schemas.microsoft.com/office/drawing/2010/main" val="0"/>
              </a:ext>
            </a:extLst>
          </a:blip>
          <a:srcRect r="12630"/>
          <a:stretch/>
        </p:blipFill>
        <p:spPr>
          <a:xfrm>
            <a:off x="5252698" y="1800000"/>
            <a:ext cx="3954618" cy="4023368"/>
          </a:xfrm>
          <a:prstGeom prst="rect">
            <a:avLst/>
          </a:prstGeom>
        </p:spPr>
      </p:pic>
      <p:pic>
        <p:nvPicPr>
          <p:cNvPr id="8" name="Picture 7" descr="Graphical user interface&#10;&#10;Description automatically generated">
            <a:extLst>
              <a:ext uri="{FF2B5EF4-FFF2-40B4-BE49-F238E27FC236}">
                <a16:creationId xmlns:a16="http://schemas.microsoft.com/office/drawing/2014/main" id="{9CC95A03-C0F0-4AE2-9560-3B2781CA9DDE}"/>
              </a:ext>
            </a:extLst>
          </p:cNvPr>
          <p:cNvPicPr>
            <a:picLocks noChangeAspect="1"/>
          </p:cNvPicPr>
          <p:nvPr/>
        </p:nvPicPr>
        <p:blipFill rotWithShape="1">
          <a:blip r:embed="rId4">
            <a:extLst>
              <a:ext uri="{28A0092B-C50C-407E-A947-70E740481C1C}">
                <a14:useLocalDpi xmlns:a14="http://schemas.microsoft.com/office/drawing/2010/main" val="0"/>
              </a:ext>
            </a:extLst>
          </a:blip>
          <a:srcRect r="12630"/>
          <a:stretch/>
        </p:blipFill>
        <p:spPr>
          <a:xfrm>
            <a:off x="2288507" y="1800000"/>
            <a:ext cx="3954618" cy="4023368"/>
          </a:xfrm>
          <a:prstGeom prst="rect">
            <a:avLst/>
          </a:prstGeom>
        </p:spPr>
      </p:pic>
      <p:pic>
        <p:nvPicPr>
          <p:cNvPr id="4" name="Picture 3" descr="A picture containing chart&#10;&#10;Description automatically generated">
            <a:extLst>
              <a:ext uri="{FF2B5EF4-FFF2-40B4-BE49-F238E27FC236}">
                <a16:creationId xmlns:a16="http://schemas.microsoft.com/office/drawing/2014/main" id="{77E489C2-5A86-46AB-BDC8-980D43D16ED3}"/>
              </a:ext>
            </a:extLst>
          </p:cNvPr>
          <p:cNvPicPr>
            <a:picLocks noChangeAspect="1"/>
          </p:cNvPicPr>
          <p:nvPr/>
        </p:nvPicPr>
        <p:blipFill rotWithShape="1">
          <a:blip r:embed="rId5">
            <a:extLst>
              <a:ext uri="{28A0092B-C50C-407E-A947-70E740481C1C}">
                <a14:useLocalDpi xmlns:a14="http://schemas.microsoft.com/office/drawing/2010/main" val="0"/>
              </a:ext>
            </a:extLst>
          </a:blip>
          <a:srcRect r="12630"/>
          <a:stretch/>
        </p:blipFill>
        <p:spPr>
          <a:xfrm>
            <a:off x="-752077" y="1800000"/>
            <a:ext cx="3954618" cy="4023368"/>
          </a:xfrm>
          <a:prstGeom prst="rect">
            <a:avLst/>
          </a:prstGeom>
        </p:spPr>
      </p:pic>
      <p:pic>
        <p:nvPicPr>
          <p:cNvPr id="13" name="Picture 12" descr="Chart, bar chart&#10;&#10;Description automatically generated">
            <a:extLst>
              <a:ext uri="{FF2B5EF4-FFF2-40B4-BE49-F238E27FC236}">
                <a16:creationId xmlns:a16="http://schemas.microsoft.com/office/drawing/2014/main" id="{EA6A6A25-1CD4-4957-9EEB-7FAD59EAB32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17886" y="58319"/>
            <a:ext cx="2343150" cy="1952625"/>
          </a:xfrm>
          <a:prstGeom prst="rect">
            <a:avLst/>
          </a:prstGeom>
        </p:spPr>
      </p:pic>
    </p:spTree>
    <p:extLst>
      <p:ext uri="{BB962C8B-B14F-4D97-AF65-F5344CB8AC3E}">
        <p14:creationId xmlns:p14="http://schemas.microsoft.com/office/powerpoint/2010/main" val="383566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2584106B-0AB7-4BBA-83D0-A290C39C3A98}"/>
              </a:ext>
            </a:extLst>
          </p:cNvPr>
          <p:cNvSpPr>
            <a:spLocks noGrp="1"/>
          </p:cNvSpPr>
          <p:nvPr>
            <p:ph type="title"/>
          </p:nvPr>
        </p:nvSpPr>
        <p:spPr/>
        <p:txBody>
          <a:bodyPr/>
          <a:lstStyle/>
          <a:p>
            <a:r>
              <a:rPr lang="nb-NO" dirty="0"/>
              <a:t>3 </a:t>
            </a:r>
            <a:r>
              <a:rPr lang="nb-NO" dirty="0" err="1"/>
              <a:t>features</a:t>
            </a:r>
            <a:endParaRPr lang="nb-NO" dirty="0"/>
          </a:p>
        </p:txBody>
      </p:sp>
      <p:sp>
        <p:nvSpPr>
          <p:cNvPr id="17" name="Content Placeholder 16">
            <a:extLst>
              <a:ext uri="{FF2B5EF4-FFF2-40B4-BE49-F238E27FC236}">
                <a16:creationId xmlns:a16="http://schemas.microsoft.com/office/drawing/2014/main" id="{66DE8458-C775-4AF3-87CC-CBC630886829}"/>
              </a:ext>
            </a:extLst>
          </p:cNvPr>
          <p:cNvSpPr>
            <a:spLocks noGrp="1"/>
          </p:cNvSpPr>
          <p:nvPr>
            <p:ph sz="half" idx="1"/>
          </p:nvPr>
        </p:nvSpPr>
        <p:spPr>
          <a:xfrm>
            <a:off x="695325" y="5918618"/>
            <a:ext cx="5364163" cy="558382"/>
          </a:xfrm>
        </p:spPr>
        <p:txBody>
          <a:bodyPr/>
          <a:lstStyle/>
          <a:p>
            <a:r>
              <a:rPr lang="nb-NO" sz="1400" dirty="0"/>
              <a:t>Hi-res </a:t>
            </a:r>
            <a:r>
              <a:rPr lang="nb-NO" sz="1400" dirty="0" err="1"/>
              <a:t>features</a:t>
            </a:r>
            <a:r>
              <a:rPr lang="nb-NO" sz="1400" dirty="0"/>
              <a:t> </a:t>
            </a:r>
            <a:r>
              <a:rPr lang="nb-NO" sz="1400" dirty="0" err="1"/>
              <a:t>only</a:t>
            </a:r>
            <a:r>
              <a:rPr lang="nb-NO" sz="1400" dirty="0"/>
              <a:t> used in </a:t>
            </a:r>
            <a:r>
              <a:rPr lang="nb-NO" sz="1400" dirty="0" err="1"/>
              <a:t>train</a:t>
            </a:r>
            <a:r>
              <a:rPr lang="nb-NO" sz="1400" dirty="0"/>
              <a:t> &amp;test</a:t>
            </a:r>
          </a:p>
        </p:txBody>
      </p:sp>
      <p:sp>
        <p:nvSpPr>
          <p:cNvPr id="18" name="Content Placeholder 17">
            <a:extLst>
              <a:ext uri="{FF2B5EF4-FFF2-40B4-BE49-F238E27FC236}">
                <a16:creationId xmlns:a16="http://schemas.microsoft.com/office/drawing/2014/main" id="{AC2AE240-21FC-4704-AEE9-E1CC5DD7599A}"/>
              </a:ext>
            </a:extLst>
          </p:cNvPr>
          <p:cNvSpPr>
            <a:spLocks noGrp="1"/>
          </p:cNvSpPr>
          <p:nvPr>
            <p:ph sz="half" idx="2"/>
          </p:nvPr>
        </p:nvSpPr>
        <p:spPr>
          <a:xfrm>
            <a:off x="6132513" y="5918618"/>
            <a:ext cx="5364161" cy="558382"/>
          </a:xfrm>
        </p:spPr>
        <p:txBody>
          <a:bodyPr/>
          <a:lstStyle/>
          <a:p>
            <a:r>
              <a:rPr lang="nb-NO" sz="1400" dirty="0"/>
              <a:t>MIR is </a:t>
            </a:r>
            <a:r>
              <a:rPr lang="nb-NO" sz="1400" dirty="0" err="1"/>
              <a:t>detected</a:t>
            </a:r>
            <a:endParaRPr lang="nb-NO" sz="1400" dirty="0"/>
          </a:p>
        </p:txBody>
      </p:sp>
      <p:sp>
        <p:nvSpPr>
          <p:cNvPr id="2" name="Slide Number Placeholder 1">
            <a:extLst>
              <a:ext uri="{FF2B5EF4-FFF2-40B4-BE49-F238E27FC236}">
                <a16:creationId xmlns:a16="http://schemas.microsoft.com/office/drawing/2014/main" id="{9D6BF9C7-6537-48EE-94FE-10EF1A31AE6D}"/>
              </a:ext>
            </a:extLst>
          </p:cNvPr>
          <p:cNvSpPr>
            <a:spLocks noGrp="1"/>
          </p:cNvSpPr>
          <p:nvPr>
            <p:ph type="sldNum" sz="quarter" idx="12"/>
          </p:nvPr>
        </p:nvSpPr>
        <p:spPr/>
        <p:txBody>
          <a:bodyPr/>
          <a:lstStyle/>
          <a:p>
            <a:fld id="{5D1E5300-FC0F-4317-A193-EF6CE9E6F7B5}" type="slidenum">
              <a:rPr lang="en-GB" smtClean="0"/>
              <a:pPr/>
              <a:t>17</a:t>
            </a:fld>
            <a:r>
              <a:rPr lang="en-GB"/>
              <a:t>  |  </a:t>
            </a:r>
            <a:endParaRPr lang="en-GB" noProof="0"/>
          </a:p>
        </p:txBody>
      </p:sp>
      <p:pic>
        <p:nvPicPr>
          <p:cNvPr id="10" name="Picture 9" descr="Graphical user interface&#10;&#10;Description automatically generated">
            <a:extLst>
              <a:ext uri="{FF2B5EF4-FFF2-40B4-BE49-F238E27FC236}">
                <a16:creationId xmlns:a16="http://schemas.microsoft.com/office/drawing/2014/main" id="{C962A33B-E25E-4D5C-8598-658D5F1489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4000" y="1800000"/>
            <a:ext cx="4526289" cy="4023368"/>
          </a:xfrm>
          <a:prstGeom prst="rect">
            <a:avLst/>
          </a:prstGeom>
        </p:spPr>
      </p:pic>
      <p:pic>
        <p:nvPicPr>
          <p:cNvPr id="12" name="Picture 11" descr="Graphical user interface&#10;&#10;Description automatically generated">
            <a:extLst>
              <a:ext uri="{FF2B5EF4-FFF2-40B4-BE49-F238E27FC236}">
                <a16:creationId xmlns:a16="http://schemas.microsoft.com/office/drawing/2014/main" id="{74DBCDD8-BD5A-4063-B40A-9DCF75B7F9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4000" y="1800000"/>
            <a:ext cx="4526289" cy="4023368"/>
          </a:xfrm>
          <a:prstGeom prst="rect">
            <a:avLst/>
          </a:prstGeom>
        </p:spPr>
      </p:pic>
      <p:pic>
        <p:nvPicPr>
          <p:cNvPr id="14" name="Picture 13" descr="Graphical user interface&#10;&#10;Description automatically generated">
            <a:extLst>
              <a:ext uri="{FF2B5EF4-FFF2-40B4-BE49-F238E27FC236}">
                <a16:creationId xmlns:a16="http://schemas.microsoft.com/office/drawing/2014/main" id="{BB9D4DAC-F58E-4E5F-9E5D-D9376F85E0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44000" y="1800000"/>
            <a:ext cx="4526289" cy="4023368"/>
          </a:xfrm>
          <a:prstGeom prst="rect">
            <a:avLst/>
          </a:prstGeom>
        </p:spPr>
      </p:pic>
      <p:pic>
        <p:nvPicPr>
          <p:cNvPr id="6" name="Picture 5" descr="A picture containing chart&#10;&#10;Description automatically generated">
            <a:extLst>
              <a:ext uri="{FF2B5EF4-FFF2-40B4-BE49-F238E27FC236}">
                <a16:creationId xmlns:a16="http://schemas.microsoft.com/office/drawing/2014/main" id="{B1A7C1CB-B05C-49B2-B62A-EB28E1F86CB6}"/>
              </a:ext>
            </a:extLst>
          </p:cNvPr>
          <p:cNvPicPr>
            <a:picLocks noChangeAspect="1"/>
          </p:cNvPicPr>
          <p:nvPr/>
        </p:nvPicPr>
        <p:blipFill rotWithShape="1">
          <a:blip r:embed="rId5">
            <a:extLst>
              <a:ext uri="{28A0092B-C50C-407E-A947-70E740481C1C}">
                <a14:useLocalDpi xmlns:a14="http://schemas.microsoft.com/office/drawing/2010/main" val="0"/>
              </a:ext>
            </a:extLst>
          </a:blip>
          <a:srcRect r="12630"/>
          <a:stretch/>
        </p:blipFill>
        <p:spPr>
          <a:xfrm>
            <a:off x="5252698" y="1800000"/>
            <a:ext cx="3954618" cy="4023368"/>
          </a:xfrm>
          <a:prstGeom prst="rect">
            <a:avLst/>
          </a:prstGeom>
        </p:spPr>
      </p:pic>
      <p:pic>
        <p:nvPicPr>
          <p:cNvPr id="8" name="Picture 7" descr="Graphical user interface&#10;&#10;Description automatically generated">
            <a:extLst>
              <a:ext uri="{FF2B5EF4-FFF2-40B4-BE49-F238E27FC236}">
                <a16:creationId xmlns:a16="http://schemas.microsoft.com/office/drawing/2014/main" id="{9CC95A03-C0F0-4AE2-9560-3B2781CA9DDE}"/>
              </a:ext>
            </a:extLst>
          </p:cNvPr>
          <p:cNvPicPr>
            <a:picLocks noChangeAspect="1"/>
          </p:cNvPicPr>
          <p:nvPr/>
        </p:nvPicPr>
        <p:blipFill rotWithShape="1">
          <a:blip r:embed="rId6">
            <a:extLst>
              <a:ext uri="{28A0092B-C50C-407E-A947-70E740481C1C}">
                <a14:useLocalDpi xmlns:a14="http://schemas.microsoft.com/office/drawing/2010/main" val="0"/>
              </a:ext>
            </a:extLst>
          </a:blip>
          <a:srcRect r="12630"/>
          <a:stretch/>
        </p:blipFill>
        <p:spPr>
          <a:xfrm>
            <a:off x="2288507" y="1800000"/>
            <a:ext cx="3954618" cy="4023368"/>
          </a:xfrm>
          <a:prstGeom prst="rect">
            <a:avLst/>
          </a:prstGeom>
        </p:spPr>
      </p:pic>
      <p:pic>
        <p:nvPicPr>
          <p:cNvPr id="13" name="Picture 12" descr="Chart, bar chart&#10;&#10;Description automatically generated">
            <a:extLst>
              <a:ext uri="{FF2B5EF4-FFF2-40B4-BE49-F238E27FC236}">
                <a16:creationId xmlns:a16="http://schemas.microsoft.com/office/drawing/2014/main" id="{9278002E-BDF8-4B01-9DA0-4F1FF407F98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817886" y="58319"/>
            <a:ext cx="2343150" cy="1952625"/>
          </a:xfrm>
          <a:prstGeom prst="rect">
            <a:avLst/>
          </a:prstGeom>
        </p:spPr>
      </p:pic>
      <p:pic>
        <p:nvPicPr>
          <p:cNvPr id="5" name="Picture 4">
            <a:extLst>
              <a:ext uri="{FF2B5EF4-FFF2-40B4-BE49-F238E27FC236}">
                <a16:creationId xmlns:a16="http://schemas.microsoft.com/office/drawing/2014/main" id="{2ACCA526-70F5-4E92-BA76-8BFA8E9195E5}"/>
              </a:ext>
            </a:extLst>
          </p:cNvPr>
          <p:cNvPicPr>
            <a:picLocks noChangeAspect="1"/>
          </p:cNvPicPr>
          <p:nvPr/>
        </p:nvPicPr>
        <p:blipFill rotWithShape="1">
          <a:blip r:embed="rId8">
            <a:extLst>
              <a:ext uri="{28A0092B-C50C-407E-A947-70E740481C1C}">
                <a14:useLocalDpi xmlns:a14="http://schemas.microsoft.com/office/drawing/2010/main" val="0"/>
              </a:ext>
            </a:extLst>
          </a:blip>
          <a:srcRect r="11522"/>
          <a:stretch/>
        </p:blipFill>
        <p:spPr>
          <a:xfrm>
            <a:off x="-752400" y="1800000"/>
            <a:ext cx="4004750" cy="4023368"/>
          </a:xfrm>
          <a:prstGeom prst="rect">
            <a:avLst/>
          </a:prstGeom>
        </p:spPr>
      </p:pic>
    </p:spTree>
    <p:extLst>
      <p:ext uri="{BB962C8B-B14F-4D97-AF65-F5344CB8AC3E}">
        <p14:creationId xmlns:p14="http://schemas.microsoft.com/office/powerpoint/2010/main" val="1906555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421D88AA-C9A8-444F-A9FE-E83D67F3980A}"/>
              </a:ext>
            </a:extLst>
          </p:cNvPr>
          <p:cNvPicPr>
            <a:picLocks noChangeAspect="1"/>
          </p:cNvPicPr>
          <p:nvPr/>
        </p:nvPicPr>
        <p:blipFill>
          <a:blip r:embed="rId2"/>
          <a:stretch>
            <a:fillRect/>
          </a:stretch>
        </p:blipFill>
        <p:spPr>
          <a:xfrm>
            <a:off x="7743875" y="579713"/>
            <a:ext cx="1968016" cy="2618049"/>
          </a:xfrm>
          <a:prstGeom prst="rect">
            <a:avLst/>
          </a:prstGeom>
        </p:spPr>
      </p:pic>
      <p:pic>
        <p:nvPicPr>
          <p:cNvPr id="6" name="Picture 5" descr="Chart&#10;&#10;Description automatically generated">
            <a:extLst>
              <a:ext uri="{FF2B5EF4-FFF2-40B4-BE49-F238E27FC236}">
                <a16:creationId xmlns:a16="http://schemas.microsoft.com/office/drawing/2014/main" id="{DB40F3A1-5A7F-4CC4-A5E7-0393E7AD79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829" y="3287547"/>
            <a:ext cx="10931092" cy="3036414"/>
          </a:xfrm>
          <a:prstGeom prst="rect">
            <a:avLst/>
          </a:prstGeom>
        </p:spPr>
      </p:pic>
      <p:sp>
        <p:nvSpPr>
          <p:cNvPr id="2" name="Tittel 1">
            <a:extLst>
              <a:ext uri="{FF2B5EF4-FFF2-40B4-BE49-F238E27FC236}">
                <a16:creationId xmlns:a16="http://schemas.microsoft.com/office/drawing/2014/main" id="{A637C0E3-6401-405A-AE04-CD267C70DA21}"/>
              </a:ext>
            </a:extLst>
          </p:cNvPr>
          <p:cNvSpPr>
            <a:spLocks noGrp="1"/>
          </p:cNvSpPr>
          <p:nvPr>
            <p:ph type="title"/>
          </p:nvPr>
        </p:nvSpPr>
        <p:spPr>
          <a:xfrm>
            <a:off x="695324" y="219997"/>
            <a:ext cx="10801350" cy="1152525"/>
          </a:xfrm>
        </p:spPr>
        <p:txBody>
          <a:bodyPr/>
          <a:lstStyle/>
          <a:p>
            <a:r>
              <a:rPr lang="en-GB" dirty="0"/>
              <a:t>ML using  AUV data (and shipborne backscatter)</a:t>
            </a:r>
          </a:p>
        </p:txBody>
      </p:sp>
      <p:sp>
        <p:nvSpPr>
          <p:cNvPr id="5" name="Slide Number Placeholder 4">
            <a:extLst>
              <a:ext uri="{FF2B5EF4-FFF2-40B4-BE49-F238E27FC236}">
                <a16:creationId xmlns:a16="http://schemas.microsoft.com/office/drawing/2014/main" id="{1C034952-2E6D-4DDE-BA67-D752CA7ED0B4}"/>
              </a:ext>
            </a:extLst>
          </p:cNvPr>
          <p:cNvSpPr>
            <a:spLocks noGrp="1"/>
          </p:cNvSpPr>
          <p:nvPr>
            <p:ph type="sldNum" sz="quarter" idx="12"/>
          </p:nvPr>
        </p:nvSpPr>
        <p:spPr>
          <a:xfrm>
            <a:off x="695324" y="6596187"/>
            <a:ext cx="173124" cy="217625"/>
          </a:xfrm>
        </p:spPr>
        <p:txBody>
          <a:bodyPr/>
          <a:lstStyle/>
          <a:p>
            <a:fld id="{5D1E5300-FC0F-4317-A193-EF6CE9E6F7B5}" type="slidenum">
              <a:rPr lang="en-GB" noProof="0" smtClean="0"/>
              <a:pPr/>
              <a:t>18</a:t>
            </a:fld>
            <a:r>
              <a:rPr lang="en-GB" noProof="0"/>
              <a:t>  |  </a:t>
            </a:r>
          </a:p>
        </p:txBody>
      </p:sp>
      <p:sp>
        <p:nvSpPr>
          <p:cNvPr id="8" name="Speech Bubble: Rectangle 7">
            <a:extLst>
              <a:ext uri="{FF2B5EF4-FFF2-40B4-BE49-F238E27FC236}">
                <a16:creationId xmlns:a16="http://schemas.microsoft.com/office/drawing/2014/main" id="{843B50AD-3A14-4557-97E1-6B4827EFF76E}"/>
              </a:ext>
            </a:extLst>
          </p:cNvPr>
          <p:cNvSpPr/>
          <p:nvPr/>
        </p:nvSpPr>
        <p:spPr>
          <a:xfrm>
            <a:off x="1039960" y="1116804"/>
            <a:ext cx="2822203" cy="894876"/>
          </a:xfrm>
          <a:prstGeom prst="wedgeRectCallout">
            <a:avLst>
              <a:gd name="adj1" fmla="val 78936"/>
              <a:gd name="adj2" fmla="val -10694"/>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1600" dirty="0" err="1">
                <a:solidFill>
                  <a:schemeClr val="tx1"/>
                </a:solidFill>
              </a:rPr>
              <a:t>Figures</a:t>
            </a:r>
            <a:r>
              <a:rPr lang="nb-NO" sz="1600" dirty="0">
                <a:solidFill>
                  <a:schemeClr val="tx1"/>
                </a:solidFill>
              </a:rPr>
              <a:t> from Petersen et al., M127 Cruise Report, 2007.</a:t>
            </a:r>
          </a:p>
          <a:p>
            <a:pPr algn="ctr"/>
            <a:r>
              <a:rPr lang="nb-NO" sz="1600" dirty="0">
                <a:solidFill>
                  <a:schemeClr val="tx1"/>
                </a:solidFill>
              </a:rPr>
              <a:t>AUV </a:t>
            </a:r>
            <a:r>
              <a:rPr lang="nb-NO" sz="1600" dirty="0" err="1">
                <a:solidFill>
                  <a:schemeClr val="tx1"/>
                </a:solidFill>
              </a:rPr>
              <a:t>dives</a:t>
            </a:r>
            <a:r>
              <a:rPr lang="nb-NO" sz="1600" dirty="0">
                <a:solidFill>
                  <a:schemeClr val="tx1"/>
                </a:solidFill>
              </a:rPr>
              <a:t> and </a:t>
            </a:r>
            <a:r>
              <a:rPr lang="nb-NO" sz="1600" dirty="0" err="1">
                <a:solidFill>
                  <a:schemeClr val="tx1"/>
                </a:solidFill>
              </a:rPr>
              <a:t>bathymetry</a:t>
            </a:r>
            <a:endParaRPr lang="nb-NO" sz="1600" dirty="0">
              <a:solidFill>
                <a:schemeClr val="tx1"/>
              </a:solidFill>
            </a:endParaRPr>
          </a:p>
        </p:txBody>
      </p:sp>
      <p:sp>
        <p:nvSpPr>
          <p:cNvPr id="11" name="Speech Bubble: Rectangle 10">
            <a:extLst>
              <a:ext uri="{FF2B5EF4-FFF2-40B4-BE49-F238E27FC236}">
                <a16:creationId xmlns:a16="http://schemas.microsoft.com/office/drawing/2014/main" id="{BBF2870D-996F-4B71-8BA6-D594005A6761}"/>
              </a:ext>
            </a:extLst>
          </p:cNvPr>
          <p:cNvSpPr/>
          <p:nvPr/>
        </p:nvSpPr>
        <p:spPr>
          <a:xfrm>
            <a:off x="781886" y="2473693"/>
            <a:ext cx="3599119" cy="794236"/>
          </a:xfrm>
          <a:prstGeom prst="wedgeRectCallout">
            <a:avLst>
              <a:gd name="adj1" fmla="val 75780"/>
              <a:gd name="adj2" fmla="val 74311"/>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1600" dirty="0" err="1">
                <a:solidFill>
                  <a:schemeClr val="tx1"/>
                </a:solidFill>
              </a:rPr>
              <a:t>Shipborne</a:t>
            </a:r>
            <a:r>
              <a:rPr lang="nb-NO" sz="1600" dirty="0">
                <a:solidFill>
                  <a:schemeClr val="tx1"/>
                </a:solidFill>
              </a:rPr>
              <a:t> </a:t>
            </a:r>
            <a:r>
              <a:rPr lang="nb-NO" sz="1600" dirty="0" err="1">
                <a:solidFill>
                  <a:schemeClr val="tx1"/>
                </a:solidFill>
              </a:rPr>
              <a:t>backscatter</a:t>
            </a:r>
            <a:endParaRPr lang="nb-NO" sz="1600" dirty="0">
              <a:solidFill>
                <a:schemeClr val="tx1"/>
              </a:solidFill>
            </a:endParaRPr>
          </a:p>
          <a:p>
            <a:pPr algn="ctr"/>
            <a:r>
              <a:rPr lang="nb-NO" sz="1600" dirty="0" err="1">
                <a:solidFill>
                  <a:schemeClr val="tx1"/>
                </a:solidFill>
              </a:rPr>
              <a:t>Backscatter</a:t>
            </a:r>
            <a:r>
              <a:rPr lang="nb-NO" sz="1600" dirty="0">
                <a:solidFill>
                  <a:schemeClr val="tx1"/>
                </a:solidFill>
              </a:rPr>
              <a:t> data have </a:t>
            </a:r>
            <a:r>
              <a:rPr lang="nb-NO" sz="1600" dirty="0" err="1">
                <a:solidFill>
                  <a:schemeClr val="tx1"/>
                </a:solidFill>
              </a:rPr>
              <a:t>unknown</a:t>
            </a:r>
            <a:r>
              <a:rPr lang="nb-NO" sz="1600" dirty="0">
                <a:solidFill>
                  <a:schemeClr val="tx1"/>
                </a:solidFill>
              </a:rPr>
              <a:t> </a:t>
            </a:r>
            <a:r>
              <a:rPr lang="nb-NO" sz="1600" dirty="0" err="1">
                <a:solidFill>
                  <a:schemeClr val="tx1"/>
                </a:solidFill>
              </a:rPr>
              <a:t>scale</a:t>
            </a:r>
            <a:r>
              <a:rPr lang="nb-NO" sz="1600" dirty="0">
                <a:solidFill>
                  <a:schemeClr val="tx1"/>
                </a:solidFill>
              </a:rPr>
              <a:t> (</a:t>
            </a:r>
            <a:r>
              <a:rPr lang="nb-NO" sz="1600" dirty="0" err="1">
                <a:solidFill>
                  <a:schemeClr val="tx1"/>
                </a:solidFill>
              </a:rPr>
              <a:t>color</a:t>
            </a:r>
            <a:r>
              <a:rPr lang="nb-NO" sz="1600" dirty="0">
                <a:solidFill>
                  <a:schemeClr val="tx1"/>
                </a:solidFill>
              </a:rPr>
              <a:t> </a:t>
            </a:r>
            <a:r>
              <a:rPr lang="nb-NO" sz="1600" dirty="0" err="1">
                <a:solidFill>
                  <a:schemeClr val="tx1"/>
                </a:solidFill>
              </a:rPr>
              <a:t>index</a:t>
            </a:r>
            <a:r>
              <a:rPr lang="nb-NO" sz="1600" dirty="0">
                <a:solidFill>
                  <a:schemeClr val="tx1"/>
                </a:solidFill>
              </a:rPr>
              <a:t> </a:t>
            </a:r>
            <a:r>
              <a:rPr lang="nb-NO" sz="1600" dirty="0" err="1">
                <a:solidFill>
                  <a:schemeClr val="tx1"/>
                </a:solidFill>
              </a:rPr>
              <a:t>between</a:t>
            </a:r>
            <a:r>
              <a:rPr lang="nb-NO" sz="1600" dirty="0">
                <a:solidFill>
                  <a:schemeClr val="tx1"/>
                </a:solidFill>
              </a:rPr>
              <a:t> 0 and 255)</a:t>
            </a:r>
          </a:p>
        </p:txBody>
      </p:sp>
      <p:pic>
        <p:nvPicPr>
          <p:cNvPr id="14" name="Picture 13">
            <a:extLst>
              <a:ext uri="{FF2B5EF4-FFF2-40B4-BE49-F238E27FC236}">
                <a16:creationId xmlns:a16="http://schemas.microsoft.com/office/drawing/2014/main" id="{C46160CE-A6DB-4D0A-BCF9-563A28792DAE}"/>
              </a:ext>
            </a:extLst>
          </p:cNvPr>
          <p:cNvPicPr>
            <a:picLocks noChangeAspect="1"/>
          </p:cNvPicPr>
          <p:nvPr/>
        </p:nvPicPr>
        <p:blipFill>
          <a:blip r:embed="rId4"/>
          <a:stretch>
            <a:fillRect/>
          </a:stretch>
        </p:blipFill>
        <p:spPr>
          <a:xfrm>
            <a:off x="5234634" y="1023718"/>
            <a:ext cx="2133601" cy="1925241"/>
          </a:xfrm>
          <a:prstGeom prst="rect">
            <a:avLst/>
          </a:prstGeom>
        </p:spPr>
      </p:pic>
      <p:sp>
        <p:nvSpPr>
          <p:cNvPr id="16" name="TextBox 15">
            <a:extLst>
              <a:ext uri="{FF2B5EF4-FFF2-40B4-BE49-F238E27FC236}">
                <a16:creationId xmlns:a16="http://schemas.microsoft.com/office/drawing/2014/main" id="{BA339BE3-74F0-4952-8E97-03D615DAAE22}"/>
              </a:ext>
            </a:extLst>
          </p:cNvPr>
          <p:cNvSpPr txBox="1"/>
          <p:nvPr/>
        </p:nvSpPr>
        <p:spPr>
          <a:xfrm>
            <a:off x="3204071" y="6189690"/>
            <a:ext cx="5918608" cy="307777"/>
          </a:xfrm>
          <a:prstGeom prst="rect">
            <a:avLst/>
          </a:prstGeom>
          <a:noFill/>
        </p:spPr>
        <p:txBody>
          <a:bodyPr wrap="none" rtlCol="0">
            <a:spAutoFit/>
          </a:bodyPr>
          <a:lstStyle/>
          <a:p>
            <a:r>
              <a:rPr lang="nb-NO" sz="1400" dirty="0"/>
              <a:t>Data </a:t>
            </a:r>
            <a:r>
              <a:rPr lang="nb-NO" sz="1400" dirty="0" err="1"/>
              <a:t>interpolated</a:t>
            </a:r>
            <a:r>
              <a:rPr lang="nb-NO" sz="1400" dirty="0"/>
              <a:t> to 10x10 m2 grid (</a:t>
            </a:r>
            <a:r>
              <a:rPr lang="nb-NO" sz="1400" dirty="0" err="1"/>
              <a:t>the</a:t>
            </a:r>
            <a:r>
              <a:rPr lang="nb-NO" sz="1400" dirty="0"/>
              <a:t> </a:t>
            </a:r>
            <a:r>
              <a:rPr lang="nb-NO" sz="1400" dirty="0" err="1"/>
              <a:t>resolution</a:t>
            </a:r>
            <a:r>
              <a:rPr lang="nb-NO" sz="1400" dirty="0"/>
              <a:t> </a:t>
            </a:r>
            <a:r>
              <a:rPr lang="nb-NO" sz="1400" dirty="0" err="1"/>
              <a:t>of</a:t>
            </a:r>
            <a:r>
              <a:rPr lang="nb-NO" sz="1400" dirty="0"/>
              <a:t> </a:t>
            </a:r>
            <a:r>
              <a:rPr lang="nb-NO" sz="1400" dirty="0" err="1"/>
              <a:t>the</a:t>
            </a:r>
            <a:r>
              <a:rPr lang="nb-NO" sz="1400" dirty="0"/>
              <a:t> AUV </a:t>
            </a:r>
            <a:r>
              <a:rPr lang="nb-NO" sz="1400" dirty="0" err="1"/>
              <a:t>magnetics</a:t>
            </a:r>
            <a:r>
              <a:rPr lang="nb-NO" sz="1400" dirty="0"/>
              <a:t>)</a:t>
            </a:r>
          </a:p>
        </p:txBody>
      </p:sp>
    </p:spTree>
    <p:extLst>
      <p:ext uri="{BB962C8B-B14F-4D97-AF65-F5344CB8AC3E}">
        <p14:creationId xmlns:p14="http://schemas.microsoft.com/office/powerpoint/2010/main" val="2561992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Chart, treemap chart&#10;&#10;Description automatically generated">
            <a:extLst>
              <a:ext uri="{FF2B5EF4-FFF2-40B4-BE49-F238E27FC236}">
                <a16:creationId xmlns:a16="http://schemas.microsoft.com/office/drawing/2014/main" id="{B23431A4-11A2-45D7-9201-B37CF4E275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29" y="654521"/>
            <a:ext cx="7051468" cy="5876223"/>
          </a:xfrm>
          <a:prstGeom prst="rect">
            <a:avLst/>
          </a:prstGeom>
        </p:spPr>
      </p:pic>
      <p:sp>
        <p:nvSpPr>
          <p:cNvPr id="2" name="Title 1">
            <a:extLst>
              <a:ext uri="{FF2B5EF4-FFF2-40B4-BE49-F238E27FC236}">
                <a16:creationId xmlns:a16="http://schemas.microsoft.com/office/drawing/2014/main" id="{946A669A-4C84-4772-B358-38EAE7F34E80}"/>
              </a:ext>
            </a:extLst>
          </p:cNvPr>
          <p:cNvSpPr>
            <a:spLocks noGrp="1"/>
          </p:cNvSpPr>
          <p:nvPr>
            <p:ph type="title"/>
          </p:nvPr>
        </p:nvSpPr>
        <p:spPr>
          <a:xfrm>
            <a:off x="695325" y="12331"/>
            <a:ext cx="10801350" cy="1145313"/>
          </a:xfrm>
        </p:spPr>
        <p:txBody>
          <a:bodyPr/>
          <a:lstStyle/>
          <a:p>
            <a:r>
              <a:rPr lang="nb-NO" dirty="0" err="1"/>
              <a:t>Feature</a:t>
            </a:r>
            <a:r>
              <a:rPr lang="nb-NO" dirty="0"/>
              <a:t> </a:t>
            </a:r>
            <a:r>
              <a:rPr lang="nb-NO" dirty="0" err="1"/>
              <a:t>correlations</a:t>
            </a:r>
            <a:endParaRPr lang="nb-NO" dirty="0"/>
          </a:p>
        </p:txBody>
      </p:sp>
      <p:sp>
        <p:nvSpPr>
          <p:cNvPr id="3" name="Slide Number Placeholder 2">
            <a:extLst>
              <a:ext uri="{FF2B5EF4-FFF2-40B4-BE49-F238E27FC236}">
                <a16:creationId xmlns:a16="http://schemas.microsoft.com/office/drawing/2014/main" id="{30C892BB-B7A9-4E47-840C-4B95A187DD90}"/>
              </a:ext>
            </a:extLst>
          </p:cNvPr>
          <p:cNvSpPr>
            <a:spLocks noGrp="1"/>
          </p:cNvSpPr>
          <p:nvPr>
            <p:ph type="sldNum" sz="quarter" idx="12"/>
          </p:nvPr>
        </p:nvSpPr>
        <p:spPr/>
        <p:txBody>
          <a:bodyPr/>
          <a:lstStyle/>
          <a:p>
            <a:fld id="{5D1E5300-FC0F-4317-A193-EF6CE9E6F7B5}" type="slidenum">
              <a:rPr lang="en-GB" smtClean="0"/>
              <a:pPr/>
              <a:t>19</a:t>
            </a:fld>
            <a:r>
              <a:rPr lang="en-GB"/>
              <a:t>  |  </a:t>
            </a:r>
            <a:endParaRPr lang="en-GB" noProof="0"/>
          </a:p>
        </p:txBody>
      </p:sp>
      <p:pic>
        <p:nvPicPr>
          <p:cNvPr id="9" name="Picture 8" descr="Diagram, schematic&#10;&#10;Description automatically generated">
            <a:extLst>
              <a:ext uri="{FF2B5EF4-FFF2-40B4-BE49-F238E27FC236}">
                <a16:creationId xmlns:a16="http://schemas.microsoft.com/office/drawing/2014/main" id="{E538AE06-E043-477A-8BDA-FC2523783E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4381" y="1157643"/>
            <a:ext cx="6271200" cy="5016961"/>
          </a:xfrm>
          <a:prstGeom prst="rect">
            <a:avLst/>
          </a:prstGeom>
        </p:spPr>
      </p:pic>
    </p:spTree>
    <p:extLst>
      <p:ext uri="{BB962C8B-B14F-4D97-AF65-F5344CB8AC3E}">
        <p14:creationId xmlns:p14="http://schemas.microsoft.com/office/powerpoint/2010/main" val="33737485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637C0E3-6401-405A-AE04-CD267C70DA21}"/>
              </a:ext>
            </a:extLst>
          </p:cNvPr>
          <p:cNvSpPr>
            <a:spLocks noGrp="1"/>
          </p:cNvSpPr>
          <p:nvPr>
            <p:ph type="title"/>
          </p:nvPr>
        </p:nvSpPr>
        <p:spPr>
          <a:xfrm>
            <a:off x="9233807" y="750676"/>
            <a:ext cx="2579914" cy="1152525"/>
          </a:xfrm>
        </p:spPr>
        <p:txBody>
          <a:bodyPr/>
          <a:lstStyle/>
          <a:p>
            <a:r>
              <a:rPr lang="en-GB" sz="2000" dirty="0"/>
              <a:t>MBES and magnetics from AUV (backscatter from hull)</a:t>
            </a:r>
          </a:p>
        </p:txBody>
      </p:sp>
      <p:pic>
        <p:nvPicPr>
          <p:cNvPr id="5" name="Picture 4" descr="A picture containing company name&#10;&#10;Description automatically generated">
            <a:extLst>
              <a:ext uri="{FF2B5EF4-FFF2-40B4-BE49-F238E27FC236}">
                <a16:creationId xmlns:a16="http://schemas.microsoft.com/office/drawing/2014/main" id="{24A62E63-EEAD-4EA8-9D3B-150351565D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7" y="0"/>
            <a:ext cx="9019263" cy="6858000"/>
          </a:xfrm>
          <a:prstGeom prst="rect">
            <a:avLst/>
          </a:prstGeom>
        </p:spPr>
      </p:pic>
    </p:spTree>
    <p:extLst>
      <p:ext uri="{BB962C8B-B14F-4D97-AF65-F5344CB8AC3E}">
        <p14:creationId xmlns:p14="http://schemas.microsoft.com/office/powerpoint/2010/main" val="1512833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hart, scatter chart&#10;&#10;Description automatically generated">
            <a:extLst>
              <a:ext uri="{FF2B5EF4-FFF2-40B4-BE49-F238E27FC236}">
                <a16:creationId xmlns:a16="http://schemas.microsoft.com/office/drawing/2014/main" id="{A03B2E6F-0A6C-4A25-825F-EC28FA03355C}"/>
              </a:ext>
            </a:extLst>
          </p:cNvPr>
          <p:cNvPicPr>
            <a:picLocks noChangeAspect="1"/>
          </p:cNvPicPr>
          <p:nvPr/>
        </p:nvPicPr>
        <p:blipFill rotWithShape="1">
          <a:blip r:embed="rId2">
            <a:extLst>
              <a:ext uri="{28A0092B-C50C-407E-A947-70E740481C1C}">
                <a14:useLocalDpi xmlns:a14="http://schemas.microsoft.com/office/drawing/2010/main" val="0"/>
              </a:ext>
            </a:extLst>
          </a:blip>
          <a:srcRect l="42801" r="13796"/>
          <a:stretch/>
        </p:blipFill>
        <p:spPr>
          <a:xfrm>
            <a:off x="542925" y="820800"/>
            <a:ext cx="3905250" cy="3657607"/>
          </a:xfrm>
          <a:prstGeom prst="rect">
            <a:avLst/>
          </a:prstGeom>
        </p:spPr>
      </p:pic>
      <p:pic>
        <p:nvPicPr>
          <p:cNvPr id="19" name="Picture 18" descr="Chart, bar chart&#10;&#10;Description automatically generated">
            <a:extLst>
              <a:ext uri="{FF2B5EF4-FFF2-40B4-BE49-F238E27FC236}">
                <a16:creationId xmlns:a16="http://schemas.microsoft.com/office/drawing/2014/main" id="{1748D8DB-DA2E-4D45-9C1B-9393A7B8ED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2020" y="4148233"/>
            <a:ext cx="2752730" cy="2293942"/>
          </a:xfrm>
          <a:prstGeom prst="rect">
            <a:avLst/>
          </a:prstGeom>
        </p:spPr>
      </p:pic>
      <p:pic>
        <p:nvPicPr>
          <p:cNvPr id="8" name="Picture 7" descr="Chart, scatter chart&#10;&#10;Description automatically generated">
            <a:extLst>
              <a:ext uri="{FF2B5EF4-FFF2-40B4-BE49-F238E27FC236}">
                <a16:creationId xmlns:a16="http://schemas.microsoft.com/office/drawing/2014/main" id="{5F820D52-6C07-44F6-9BF9-89DEEE756ED8}"/>
              </a:ext>
            </a:extLst>
          </p:cNvPr>
          <p:cNvPicPr>
            <a:picLocks noChangeAspect="1"/>
          </p:cNvPicPr>
          <p:nvPr/>
        </p:nvPicPr>
        <p:blipFill rotWithShape="1">
          <a:blip r:embed="rId4">
            <a:extLst>
              <a:ext uri="{28A0092B-C50C-407E-A947-70E740481C1C}">
                <a14:useLocalDpi xmlns:a14="http://schemas.microsoft.com/office/drawing/2010/main" val="0"/>
              </a:ext>
            </a:extLst>
          </a:blip>
          <a:srcRect l="42801" r="13796"/>
          <a:stretch/>
        </p:blipFill>
        <p:spPr>
          <a:xfrm>
            <a:off x="4400550" y="820800"/>
            <a:ext cx="3905250" cy="3657607"/>
          </a:xfrm>
          <a:prstGeom prst="rect">
            <a:avLst/>
          </a:prstGeom>
        </p:spPr>
      </p:pic>
      <p:sp>
        <p:nvSpPr>
          <p:cNvPr id="9" name="Title 8">
            <a:extLst>
              <a:ext uri="{FF2B5EF4-FFF2-40B4-BE49-F238E27FC236}">
                <a16:creationId xmlns:a16="http://schemas.microsoft.com/office/drawing/2014/main" id="{C46B99F9-D0E9-4E1C-AE60-35C9531322D3}"/>
              </a:ext>
            </a:extLst>
          </p:cNvPr>
          <p:cNvSpPr>
            <a:spLocks noGrp="1"/>
          </p:cNvSpPr>
          <p:nvPr>
            <p:ph type="title"/>
          </p:nvPr>
        </p:nvSpPr>
        <p:spPr>
          <a:xfrm>
            <a:off x="695325" y="137454"/>
            <a:ext cx="10801350" cy="1145313"/>
          </a:xfrm>
        </p:spPr>
        <p:txBody>
          <a:bodyPr/>
          <a:lstStyle/>
          <a:p>
            <a:r>
              <a:rPr lang="nb-NO" dirty="0"/>
              <a:t>AUV area</a:t>
            </a:r>
          </a:p>
        </p:txBody>
      </p:sp>
      <p:sp>
        <p:nvSpPr>
          <p:cNvPr id="2" name="Slide Number Placeholder 1">
            <a:extLst>
              <a:ext uri="{FF2B5EF4-FFF2-40B4-BE49-F238E27FC236}">
                <a16:creationId xmlns:a16="http://schemas.microsoft.com/office/drawing/2014/main" id="{A096B791-F932-4F1A-9731-1EEF9BD2F8A9}"/>
              </a:ext>
            </a:extLst>
          </p:cNvPr>
          <p:cNvSpPr>
            <a:spLocks noGrp="1"/>
          </p:cNvSpPr>
          <p:nvPr>
            <p:ph type="sldNum" sz="quarter" idx="12"/>
          </p:nvPr>
        </p:nvSpPr>
        <p:spPr/>
        <p:txBody>
          <a:bodyPr/>
          <a:lstStyle/>
          <a:p>
            <a:fld id="{5D1E5300-FC0F-4317-A193-EF6CE9E6F7B5}" type="slidenum">
              <a:rPr lang="en-GB" smtClean="0"/>
              <a:pPr/>
              <a:t>21</a:t>
            </a:fld>
            <a:r>
              <a:rPr lang="en-GB"/>
              <a:t>  |  </a:t>
            </a:r>
            <a:endParaRPr lang="en-GB" noProof="0"/>
          </a:p>
        </p:txBody>
      </p:sp>
      <p:sp>
        <p:nvSpPr>
          <p:cNvPr id="16" name="TextBox 15">
            <a:extLst>
              <a:ext uri="{FF2B5EF4-FFF2-40B4-BE49-F238E27FC236}">
                <a16:creationId xmlns:a16="http://schemas.microsoft.com/office/drawing/2014/main" id="{C0FAF9A7-8DCB-4082-A910-AA7E24F3CD6E}"/>
              </a:ext>
            </a:extLst>
          </p:cNvPr>
          <p:cNvSpPr txBox="1"/>
          <p:nvPr/>
        </p:nvSpPr>
        <p:spPr>
          <a:xfrm>
            <a:off x="2101998" y="5330506"/>
            <a:ext cx="1563248" cy="707886"/>
          </a:xfrm>
          <a:prstGeom prst="rect">
            <a:avLst/>
          </a:prstGeom>
          <a:noFill/>
        </p:spPr>
        <p:txBody>
          <a:bodyPr wrap="none" rtlCol="0">
            <a:spAutoFit/>
          </a:bodyPr>
          <a:lstStyle/>
          <a:p>
            <a:r>
              <a:rPr lang="nb-NO" sz="1000" dirty="0"/>
              <a:t>Most </a:t>
            </a:r>
            <a:r>
              <a:rPr lang="nb-NO" sz="1000" dirty="0" err="1"/>
              <a:t>important</a:t>
            </a:r>
            <a:r>
              <a:rPr lang="nb-NO" sz="1000" dirty="0"/>
              <a:t> </a:t>
            </a:r>
            <a:r>
              <a:rPr lang="nb-NO" sz="1000" dirty="0" err="1"/>
              <a:t>features</a:t>
            </a:r>
            <a:r>
              <a:rPr lang="nb-NO" sz="1000" dirty="0"/>
              <a:t>:</a:t>
            </a:r>
          </a:p>
          <a:p>
            <a:pPr marL="285750" indent="-285750">
              <a:buFont typeface="Arial" panose="020B0604020202020204" pitchFamily="34" charset="0"/>
              <a:buChar char="•"/>
            </a:pPr>
            <a:r>
              <a:rPr lang="nb-NO" sz="1000" dirty="0" err="1"/>
              <a:t>Bathymetry</a:t>
            </a:r>
            <a:endParaRPr lang="nb-NO" sz="1000" dirty="0"/>
          </a:p>
          <a:p>
            <a:pPr marL="285750" indent="-285750">
              <a:buFont typeface="Arial" panose="020B0604020202020204" pitchFamily="34" charset="0"/>
              <a:buChar char="•"/>
            </a:pPr>
            <a:r>
              <a:rPr lang="nb-NO" sz="1000" dirty="0" err="1"/>
              <a:t>Backscatter</a:t>
            </a:r>
            <a:endParaRPr lang="nb-NO" sz="1000" dirty="0"/>
          </a:p>
          <a:p>
            <a:pPr marL="285750" indent="-285750">
              <a:buFont typeface="Arial" panose="020B0604020202020204" pitchFamily="34" charset="0"/>
              <a:buChar char="•"/>
            </a:pPr>
            <a:r>
              <a:rPr lang="nb-NO" sz="1000" dirty="0" err="1"/>
              <a:t>Magnetic</a:t>
            </a:r>
            <a:r>
              <a:rPr lang="nb-NO" sz="1000" dirty="0"/>
              <a:t> TMA</a:t>
            </a:r>
          </a:p>
        </p:txBody>
      </p:sp>
      <p:pic>
        <p:nvPicPr>
          <p:cNvPr id="6" name="Picture 5" descr="Chart, scatter chart&#10;&#10;Description automatically generated">
            <a:extLst>
              <a:ext uri="{FF2B5EF4-FFF2-40B4-BE49-F238E27FC236}">
                <a16:creationId xmlns:a16="http://schemas.microsoft.com/office/drawing/2014/main" id="{7D85A539-22BC-445F-975C-652A849457C7}"/>
              </a:ext>
            </a:extLst>
          </p:cNvPr>
          <p:cNvPicPr>
            <a:picLocks noChangeAspect="1"/>
          </p:cNvPicPr>
          <p:nvPr/>
        </p:nvPicPr>
        <p:blipFill rotWithShape="1">
          <a:blip r:embed="rId5">
            <a:extLst>
              <a:ext uri="{28A0092B-C50C-407E-A947-70E740481C1C}">
                <a14:useLocalDpi xmlns:a14="http://schemas.microsoft.com/office/drawing/2010/main" val="0"/>
              </a:ext>
            </a:extLst>
          </a:blip>
          <a:srcRect l="42801" r="13796"/>
          <a:stretch/>
        </p:blipFill>
        <p:spPr>
          <a:xfrm>
            <a:off x="8258175" y="820800"/>
            <a:ext cx="3905250" cy="3657607"/>
          </a:xfrm>
          <a:prstGeom prst="rect">
            <a:avLst/>
          </a:prstGeom>
        </p:spPr>
      </p:pic>
      <p:pic>
        <p:nvPicPr>
          <p:cNvPr id="17" name="Picture 16" descr="Chart, bar chart&#10;&#10;Description automatically generated">
            <a:extLst>
              <a:ext uri="{FF2B5EF4-FFF2-40B4-BE49-F238E27FC236}">
                <a16:creationId xmlns:a16="http://schemas.microsoft.com/office/drawing/2014/main" id="{F4F27B20-68C0-4764-B3F3-9253119C9C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10595" y="4148233"/>
            <a:ext cx="2752730" cy="2293942"/>
          </a:xfrm>
          <a:prstGeom prst="rect">
            <a:avLst/>
          </a:prstGeom>
        </p:spPr>
      </p:pic>
      <p:pic>
        <p:nvPicPr>
          <p:cNvPr id="18" name="Picture 17" descr="Chart, bar chart&#10;&#10;Description automatically generated">
            <a:extLst>
              <a:ext uri="{FF2B5EF4-FFF2-40B4-BE49-F238E27FC236}">
                <a16:creationId xmlns:a16="http://schemas.microsoft.com/office/drawing/2014/main" id="{A0BE052C-3FBD-4A05-8534-B6CEAF8E228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62495" y="4148233"/>
            <a:ext cx="2752730" cy="2293942"/>
          </a:xfrm>
          <a:prstGeom prst="rect">
            <a:avLst/>
          </a:prstGeom>
        </p:spPr>
      </p:pic>
    </p:spTree>
    <p:extLst>
      <p:ext uri="{BB962C8B-B14F-4D97-AF65-F5344CB8AC3E}">
        <p14:creationId xmlns:p14="http://schemas.microsoft.com/office/powerpoint/2010/main" val="929646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6" name="Picture 15" descr="A picture containing chart&#10;&#10;Description automatically generated">
            <a:extLst>
              <a:ext uri="{FF2B5EF4-FFF2-40B4-BE49-F238E27FC236}">
                <a16:creationId xmlns:a16="http://schemas.microsoft.com/office/drawing/2014/main" id="{D651605E-8D49-4690-9EE2-7F649BFB60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4000" y="1800000"/>
            <a:ext cx="4526289" cy="4023368"/>
          </a:xfrm>
          <a:prstGeom prst="rect">
            <a:avLst/>
          </a:prstGeom>
        </p:spPr>
      </p:pic>
      <p:sp>
        <p:nvSpPr>
          <p:cNvPr id="17" name="Title 16">
            <a:extLst>
              <a:ext uri="{FF2B5EF4-FFF2-40B4-BE49-F238E27FC236}">
                <a16:creationId xmlns:a16="http://schemas.microsoft.com/office/drawing/2014/main" id="{24750992-8C39-405A-B54F-6CCAFA5990F0}"/>
              </a:ext>
            </a:extLst>
          </p:cNvPr>
          <p:cNvSpPr>
            <a:spLocks noGrp="1"/>
          </p:cNvSpPr>
          <p:nvPr>
            <p:ph type="title"/>
          </p:nvPr>
        </p:nvSpPr>
        <p:spPr/>
        <p:txBody>
          <a:bodyPr/>
          <a:lstStyle/>
          <a:p>
            <a:r>
              <a:rPr lang="nb-NO" dirty="0"/>
              <a:t>9 </a:t>
            </a:r>
            <a:r>
              <a:rPr lang="nb-NO" dirty="0" err="1"/>
              <a:t>features</a:t>
            </a:r>
            <a:endParaRPr lang="nb-NO" dirty="0"/>
          </a:p>
        </p:txBody>
      </p:sp>
      <p:sp>
        <p:nvSpPr>
          <p:cNvPr id="2" name="Slide Number Placeholder 1">
            <a:extLst>
              <a:ext uri="{FF2B5EF4-FFF2-40B4-BE49-F238E27FC236}">
                <a16:creationId xmlns:a16="http://schemas.microsoft.com/office/drawing/2014/main" id="{580A59E9-81CC-4B31-A703-EFAB0B349CCE}"/>
              </a:ext>
            </a:extLst>
          </p:cNvPr>
          <p:cNvSpPr>
            <a:spLocks noGrp="1"/>
          </p:cNvSpPr>
          <p:nvPr>
            <p:ph type="sldNum" sz="quarter" idx="12"/>
          </p:nvPr>
        </p:nvSpPr>
        <p:spPr/>
        <p:txBody>
          <a:bodyPr/>
          <a:lstStyle/>
          <a:p>
            <a:fld id="{5D1E5300-FC0F-4317-A193-EF6CE9E6F7B5}" type="slidenum">
              <a:rPr lang="en-GB" smtClean="0"/>
              <a:pPr/>
              <a:t>22</a:t>
            </a:fld>
            <a:r>
              <a:rPr lang="en-GB"/>
              <a:t>  |  </a:t>
            </a:r>
            <a:endParaRPr lang="en-GB" noProof="0"/>
          </a:p>
        </p:txBody>
      </p:sp>
      <p:pic>
        <p:nvPicPr>
          <p:cNvPr id="4" name="Picture 3" descr="Chart&#10;&#10;Description automatically generated">
            <a:extLst>
              <a:ext uri="{FF2B5EF4-FFF2-40B4-BE49-F238E27FC236}">
                <a16:creationId xmlns:a16="http://schemas.microsoft.com/office/drawing/2014/main" id="{59F2F5B1-BC3C-45DF-817C-C8E5E336B137}"/>
              </a:ext>
            </a:extLst>
          </p:cNvPr>
          <p:cNvPicPr>
            <a:picLocks noChangeAspect="1"/>
          </p:cNvPicPr>
          <p:nvPr/>
        </p:nvPicPr>
        <p:blipFill rotWithShape="1">
          <a:blip r:embed="rId3">
            <a:extLst>
              <a:ext uri="{28A0092B-C50C-407E-A947-70E740481C1C}">
                <a14:useLocalDpi xmlns:a14="http://schemas.microsoft.com/office/drawing/2010/main" val="0"/>
              </a:ext>
            </a:extLst>
          </a:blip>
          <a:srcRect r="13089"/>
          <a:stretch/>
        </p:blipFill>
        <p:spPr>
          <a:xfrm>
            <a:off x="5210175" y="1800000"/>
            <a:ext cx="3933825" cy="4023368"/>
          </a:xfrm>
          <a:prstGeom prst="rect">
            <a:avLst/>
          </a:prstGeom>
        </p:spPr>
      </p:pic>
      <p:pic>
        <p:nvPicPr>
          <p:cNvPr id="10" name="Picture 9" descr="Chart&#10;&#10;Description automatically generated">
            <a:extLst>
              <a:ext uri="{FF2B5EF4-FFF2-40B4-BE49-F238E27FC236}">
                <a16:creationId xmlns:a16="http://schemas.microsoft.com/office/drawing/2014/main" id="{B7434CC6-7E7B-45C5-B317-3FC372102748}"/>
              </a:ext>
            </a:extLst>
          </p:cNvPr>
          <p:cNvPicPr>
            <a:picLocks noChangeAspect="1"/>
          </p:cNvPicPr>
          <p:nvPr/>
        </p:nvPicPr>
        <p:blipFill rotWithShape="1">
          <a:blip r:embed="rId4">
            <a:extLst>
              <a:ext uri="{28A0092B-C50C-407E-A947-70E740481C1C}">
                <a14:useLocalDpi xmlns:a14="http://schemas.microsoft.com/office/drawing/2010/main" val="0"/>
              </a:ext>
            </a:extLst>
          </a:blip>
          <a:srcRect r="13089"/>
          <a:stretch/>
        </p:blipFill>
        <p:spPr>
          <a:xfrm>
            <a:off x="2209800" y="1800000"/>
            <a:ext cx="3933825" cy="4023368"/>
          </a:xfrm>
          <a:prstGeom prst="rect">
            <a:avLst/>
          </a:prstGeom>
        </p:spPr>
      </p:pic>
      <p:pic>
        <p:nvPicPr>
          <p:cNvPr id="8" name="Picture 7">
            <a:extLst>
              <a:ext uri="{FF2B5EF4-FFF2-40B4-BE49-F238E27FC236}">
                <a16:creationId xmlns:a16="http://schemas.microsoft.com/office/drawing/2014/main" id="{1DA39FBF-384C-4CD0-BD8C-75D4068CED70}"/>
              </a:ext>
            </a:extLst>
          </p:cNvPr>
          <p:cNvPicPr>
            <a:picLocks noChangeAspect="1"/>
          </p:cNvPicPr>
          <p:nvPr/>
        </p:nvPicPr>
        <p:blipFill rotWithShape="1">
          <a:blip r:embed="rId5">
            <a:extLst>
              <a:ext uri="{28A0092B-C50C-407E-A947-70E740481C1C}">
                <a14:useLocalDpi xmlns:a14="http://schemas.microsoft.com/office/drawing/2010/main" val="0"/>
              </a:ext>
            </a:extLst>
          </a:blip>
          <a:srcRect r="13089"/>
          <a:stretch/>
        </p:blipFill>
        <p:spPr>
          <a:xfrm>
            <a:off x="-752400" y="1800000"/>
            <a:ext cx="3933825" cy="4023368"/>
          </a:xfrm>
          <a:prstGeom prst="rect">
            <a:avLst/>
          </a:prstGeom>
        </p:spPr>
      </p:pic>
      <p:sp>
        <p:nvSpPr>
          <p:cNvPr id="18" name="Content Placeholder 16">
            <a:extLst>
              <a:ext uri="{FF2B5EF4-FFF2-40B4-BE49-F238E27FC236}">
                <a16:creationId xmlns:a16="http://schemas.microsoft.com/office/drawing/2014/main" id="{611FB40E-CB8F-4056-8BBD-8D70F07F2A61}"/>
              </a:ext>
            </a:extLst>
          </p:cNvPr>
          <p:cNvSpPr txBox="1">
            <a:spLocks/>
          </p:cNvSpPr>
          <p:nvPr/>
        </p:nvSpPr>
        <p:spPr>
          <a:xfrm>
            <a:off x="695325" y="5918618"/>
            <a:ext cx="5364163" cy="558382"/>
          </a:xfrm>
          <a:prstGeom prst="rect">
            <a:avLst/>
          </a:prstGeom>
        </p:spPr>
        <p:txBody>
          <a:bodyPr/>
          <a:lstStyle>
            <a:lvl1pPr marL="180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1pPr>
            <a:lvl2pPr marL="612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2pPr>
            <a:lvl3pPr marL="1044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3pPr>
            <a:lvl4pPr marL="1476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4pPr>
            <a:lvl5pPr marL="1908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nb-NO" sz="1400" dirty="0"/>
          </a:p>
        </p:txBody>
      </p:sp>
      <p:sp>
        <p:nvSpPr>
          <p:cNvPr id="19" name="Content Placeholder 17">
            <a:extLst>
              <a:ext uri="{FF2B5EF4-FFF2-40B4-BE49-F238E27FC236}">
                <a16:creationId xmlns:a16="http://schemas.microsoft.com/office/drawing/2014/main" id="{E1A2BDCF-CDCE-410F-B769-4DE1200E02B9}"/>
              </a:ext>
            </a:extLst>
          </p:cNvPr>
          <p:cNvSpPr txBox="1">
            <a:spLocks/>
          </p:cNvSpPr>
          <p:nvPr/>
        </p:nvSpPr>
        <p:spPr>
          <a:xfrm>
            <a:off x="6132513" y="5918618"/>
            <a:ext cx="5364161" cy="558382"/>
          </a:xfrm>
          <a:prstGeom prst="rect">
            <a:avLst/>
          </a:prstGeom>
        </p:spPr>
        <p:txBody>
          <a:bodyPr/>
          <a:lstStyle>
            <a:lvl1pPr marL="180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1pPr>
            <a:lvl2pPr marL="612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2pPr>
            <a:lvl3pPr marL="1044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3pPr>
            <a:lvl4pPr marL="1476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4pPr>
            <a:lvl5pPr marL="1908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b-NO" sz="1400" dirty="0"/>
              <a:t>MIR is </a:t>
            </a:r>
            <a:r>
              <a:rPr lang="nb-NO" sz="1400" dirty="0" err="1"/>
              <a:t>detected</a:t>
            </a:r>
            <a:endParaRPr lang="nb-NO" sz="1400" dirty="0"/>
          </a:p>
        </p:txBody>
      </p:sp>
    </p:spTree>
    <p:extLst>
      <p:ext uri="{BB962C8B-B14F-4D97-AF65-F5344CB8AC3E}">
        <p14:creationId xmlns:p14="http://schemas.microsoft.com/office/powerpoint/2010/main" val="1592101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A picture containing chart&#10;&#10;Description automatically generated">
            <a:extLst>
              <a:ext uri="{FF2B5EF4-FFF2-40B4-BE49-F238E27FC236}">
                <a16:creationId xmlns:a16="http://schemas.microsoft.com/office/drawing/2014/main" id="{C69663C4-9A13-48C5-A2C8-855D1FF141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4000" y="1800000"/>
            <a:ext cx="4526289" cy="4023368"/>
          </a:xfrm>
          <a:prstGeom prst="rect">
            <a:avLst/>
          </a:prstGeom>
        </p:spPr>
      </p:pic>
      <p:sp>
        <p:nvSpPr>
          <p:cNvPr id="17" name="Title 16">
            <a:extLst>
              <a:ext uri="{FF2B5EF4-FFF2-40B4-BE49-F238E27FC236}">
                <a16:creationId xmlns:a16="http://schemas.microsoft.com/office/drawing/2014/main" id="{24750992-8C39-405A-B54F-6CCAFA5990F0}"/>
              </a:ext>
            </a:extLst>
          </p:cNvPr>
          <p:cNvSpPr>
            <a:spLocks noGrp="1"/>
          </p:cNvSpPr>
          <p:nvPr>
            <p:ph type="title"/>
          </p:nvPr>
        </p:nvSpPr>
        <p:spPr/>
        <p:txBody>
          <a:bodyPr/>
          <a:lstStyle/>
          <a:p>
            <a:r>
              <a:rPr lang="nb-NO" dirty="0"/>
              <a:t>9 </a:t>
            </a:r>
            <a:r>
              <a:rPr lang="nb-NO" dirty="0" err="1"/>
              <a:t>features</a:t>
            </a:r>
            <a:endParaRPr lang="nb-NO" dirty="0"/>
          </a:p>
        </p:txBody>
      </p:sp>
      <p:sp>
        <p:nvSpPr>
          <p:cNvPr id="2" name="Slide Number Placeholder 1">
            <a:extLst>
              <a:ext uri="{FF2B5EF4-FFF2-40B4-BE49-F238E27FC236}">
                <a16:creationId xmlns:a16="http://schemas.microsoft.com/office/drawing/2014/main" id="{580A59E9-81CC-4B31-A703-EFAB0B349CCE}"/>
              </a:ext>
            </a:extLst>
          </p:cNvPr>
          <p:cNvSpPr>
            <a:spLocks noGrp="1"/>
          </p:cNvSpPr>
          <p:nvPr>
            <p:ph type="sldNum" sz="quarter" idx="12"/>
          </p:nvPr>
        </p:nvSpPr>
        <p:spPr/>
        <p:txBody>
          <a:bodyPr/>
          <a:lstStyle/>
          <a:p>
            <a:fld id="{5D1E5300-FC0F-4317-A193-EF6CE9E6F7B5}" type="slidenum">
              <a:rPr lang="en-GB" smtClean="0"/>
              <a:pPr/>
              <a:t>23</a:t>
            </a:fld>
            <a:r>
              <a:rPr lang="en-GB"/>
              <a:t>  |  </a:t>
            </a:r>
            <a:endParaRPr lang="en-GB" noProof="0"/>
          </a:p>
        </p:txBody>
      </p:sp>
      <p:pic>
        <p:nvPicPr>
          <p:cNvPr id="4" name="Picture 3" descr="Chart&#10;&#10;Description automatically generated">
            <a:extLst>
              <a:ext uri="{FF2B5EF4-FFF2-40B4-BE49-F238E27FC236}">
                <a16:creationId xmlns:a16="http://schemas.microsoft.com/office/drawing/2014/main" id="{59F2F5B1-BC3C-45DF-817C-C8E5E336B137}"/>
              </a:ext>
            </a:extLst>
          </p:cNvPr>
          <p:cNvPicPr>
            <a:picLocks noChangeAspect="1"/>
          </p:cNvPicPr>
          <p:nvPr/>
        </p:nvPicPr>
        <p:blipFill rotWithShape="1">
          <a:blip r:embed="rId3">
            <a:extLst>
              <a:ext uri="{28A0092B-C50C-407E-A947-70E740481C1C}">
                <a14:useLocalDpi xmlns:a14="http://schemas.microsoft.com/office/drawing/2010/main" val="0"/>
              </a:ext>
            </a:extLst>
          </a:blip>
          <a:srcRect r="13089"/>
          <a:stretch/>
        </p:blipFill>
        <p:spPr>
          <a:xfrm>
            <a:off x="5210175" y="1800000"/>
            <a:ext cx="3933825" cy="4023368"/>
          </a:xfrm>
          <a:prstGeom prst="rect">
            <a:avLst/>
          </a:prstGeom>
        </p:spPr>
      </p:pic>
      <p:pic>
        <p:nvPicPr>
          <p:cNvPr id="10" name="Picture 9" descr="Chart&#10;&#10;Description automatically generated">
            <a:extLst>
              <a:ext uri="{FF2B5EF4-FFF2-40B4-BE49-F238E27FC236}">
                <a16:creationId xmlns:a16="http://schemas.microsoft.com/office/drawing/2014/main" id="{B7434CC6-7E7B-45C5-B317-3FC372102748}"/>
              </a:ext>
            </a:extLst>
          </p:cNvPr>
          <p:cNvPicPr>
            <a:picLocks noChangeAspect="1"/>
          </p:cNvPicPr>
          <p:nvPr/>
        </p:nvPicPr>
        <p:blipFill rotWithShape="1">
          <a:blip r:embed="rId4">
            <a:extLst>
              <a:ext uri="{28A0092B-C50C-407E-A947-70E740481C1C}">
                <a14:useLocalDpi xmlns:a14="http://schemas.microsoft.com/office/drawing/2010/main" val="0"/>
              </a:ext>
            </a:extLst>
          </a:blip>
          <a:srcRect r="13089"/>
          <a:stretch/>
        </p:blipFill>
        <p:spPr>
          <a:xfrm>
            <a:off x="2209800" y="1800000"/>
            <a:ext cx="3933825" cy="4023368"/>
          </a:xfrm>
          <a:prstGeom prst="rect">
            <a:avLst/>
          </a:prstGeom>
        </p:spPr>
      </p:pic>
      <p:pic>
        <p:nvPicPr>
          <p:cNvPr id="8" name="Picture 7">
            <a:extLst>
              <a:ext uri="{FF2B5EF4-FFF2-40B4-BE49-F238E27FC236}">
                <a16:creationId xmlns:a16="http://schemas.microsoft.com/office/drawing/2014/main" id="{1DA39FBF-384C-4CD0-BD8C-75D4068CED70}"/>
              </a:ext>
            </a:extLst>
          </p:cNvPr>
          <p:cNvPicPr>
            <a:picLocks noChangeAspect="1"/>
          </p:cNvPicPr>
          <p:nvPr/>
        </p:nvPicPr>
        <p:blipFill rotWithShape="1">
          <a:blip r:embed="rId5">
            <a:extLst>
              <a:ext uri="{28A0092B-C50C-407E-A947-70E740481C1C}">
                <a14:useLocalDpi xmlns:a14="http://schemas.microsoft.com/office/drawing/2010/main" val="0"/>
              </a:ext>
            </a:extLst>
          </a:blip>
          <a:srcRect r="13089"/>
          <a:stretch/>
        </p:blipFill>
        <p:spPr>
          <a:xfrm>
            <a:off x="-752400" y="1800000"/>
            <a:ext cx="3933825" cy="4023368"/>
          </a:xfrm>
          <a:prstGeom prst="rect">
            <a:avLst/>
          </a:prstGeom>
        </p:spPr>
      </p:pic>
      <p:sp>
        <p:nvSpPr>
          <p:cNvPr id="18" name="Content Placeholder 16">
            <a:extLst>
              <a:ext uri="{FF2B5EF4-FFF2-40B4-BE49-F238E27FC236}">
                <a16:creationId xmlns:a16="http://schemas.microsoft.com/office/drawing/2014/main" id="{611FB40E-CB8F-4056-8BBD-8D70F07F2A61}"/>
              </a:ext>
            </a:extLst>
          </p:cNvPr>
          <p:cNvSpPr txBox="1">
            <a:spLocks/>
          </p:cNvSpPr>
          <p:nvPr/>
        </p:nvSpPr>
        <p:spPr>
          <a:xfrm>
            <a:off x="695325" y="5918618"/>
            <a:ext cx="5364163" cy="558382"/>
          </a:xfrm>
          <a:prstGeom prst="rect">
            <a:avLst/>
          </a:prstGeom>
        </p:spPr>
        <p:txBody>
          <a:bodyPr/>
          <a:lstStyle>
            <a:lvl1pPr marL="180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1pPr>
            <a:lvl2pPr marL="612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2pPr>
            <a:lvl3pPr marL="1044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3pPr>
            <a:lvl4pPr marL="1476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4pPr>
            <a:lvl5pPr marL="1908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nb-NO" sz="1400" dirty="0"/>
          </a:p>
        </p:txBody>
      </p:sp>
      <p:sp>
        <p:nvSpPr>
          <p:cNvPr id="19" name="Content Placeholder 17">
            <a:extLst>
              <a:ext uri="{FF2B5EF4-FFF2-40B4-BE49-F238E27FC236}">
                <a16:creationId xmlns:a16="http://schemas.microsoft.com/office/drawing/2014/main" id="{E1A2BDCF-CDCE-410F-B769-4DE1200E02B9}"/>
              </a:ext>
            </a:extLst>
          </p:cNvPr>
          <p:cNvSpPr txBox="1">
            <a:spLocks/>
          </p:cNvSpPr>
          <p:nvPr/>
        </p:nvSpPr>
        <p:spPr>
          <a:xfrm>
            <a:off x="6132513" y="5918618"/>
            <a:ext cx="5364161" cy="558382"/>
          </a:xfrm>
          <a:prstGeom prst="rect">
            <a:avLst/>
          </a:prstGeom>
        </p:spPr>
        <p:txBody>
          <a:bodyPr/>
          <a:lstStyle>
            <a:lvl1pPr marL="180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1pPr>
            <a:lvl2pPr marL="612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2pPr>
            <a:lvl3pPr marL="1044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3pPr>
            <a:lvl4pPr marL="1476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4pPr>
            <a:lvl5pPr marL="1908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b-NO" sz="1400" dirty="0"/>
              <a:t>MIR is </a:t>
            </a:r>
            <a:r>
              <a:rPr lang="nb-NO" sz="1400" dirty="0" err="1"/>
              <a:t>detected</a:t>
            </a:r>
            <a:endParaRPr lang="nb-NO" sz="1400" dirty="0"/>
          </a:p>
        </p:txBody>
      </p:sp>
    </p:spTree>
    <p:extLst>
      <p:ext uri="{BB962C8B-B14F-4D97-AF65-F5344CB8AC3E}">
        <p14:creationId xmlns:p14="http://schemas.microsoft.com/office/powerpoint/2010/main" val="39842535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24750992-8C39-405A-B54F-6CCAFA5990F0}"/>
              </a:ext>
            </a:extLst>
          </p:cNvPr>
          <p:cNvSpPr>
            <a:spLocks noGrp="1"/>
          </p:cNvSpPr>
          <p:nvPr>
            <p:ph type="title"/>
          </p:nvPr>
        </p:nvSpPr>
        <p:spPr/>
        <p:txBody>
          <a:bodyPr/>
          <a:lstStyle/>
          <a:p>
            <a:r>
              <a:rPr lang="nb-NO" dirty="0"/>
              <a:t>9 </a:t>
            </a:r>
            <a:r>
              <a:rPr lang="nb-NO" dirty="0" err="1"/>
              <a:t>features</a:t>
            </a:r>
            <a:endParaRPr lang="nb-NO" dirty="0"/>
          </a:p>
        </p:txBody>
      </p:sp>
      <p:sp>
        <p:nvSpPr>
          <p:cNvPr id="2" name="Slide Number Placeholder 1">
            <a:extLst>
              <a:ext uri="{FF2B5EF4-FFF2-40B4-BE49-F238E27FC236}">
                <a16:creationId xmlns:a16="http://schemas.microsoft.com/office/drawing/2014/main" id="{580A59E9-81CC-4B31-A703-EFAB0B349CCE}"/>
              </a:ext>
            </a:extLst>
          </p:cNvPr>
          <p:cNvSpPr>
            <a:spLocks noGrp="1"/>
          </p:cNvSpPr>
          <p:nvPr>
            <p:ph type="sldNum" sz="quarter" idx="12"/>
          </p:nvPr>
        </p:nvSpPr>
        <p:spPr/>
        <p:txBody>
          <a:bodyPr/>
          <a:lstStyle/>
          <a:p>
            <a:fld id="{5D1E5300-FC0F-4317-A193-EF6CE9E6F7B5}" type="slidenum">
              <a:rPr lang="en-GB" smtClean="0"/>
              <a:pPr/>
              <a:t>24</a:t>
            </a:fld>
            <a:r>
              <a:rPr lang="en-GB"/>
              <a:t>  |  </a:t>
            </a:r>
            <a:endParaRPr lang="en-GB" noProof="0"/>
          </a:p>
        </p:txBody>
      </p:sp>
      <p:pic>
        <p:nvPicPr>
          <p:cNvPr id="12" name="Picture 11" descr="A picture containing graphical user interface&#10;&#10;Description automatically generated">
            <a:extLst>
              <a:ext uri="{FF2B5EF4-FFF2-40B4-BE49-F238E27FC236}">
                <a16:creationId xmlns:a16="http://schemas.microsoft.com/office/drawing/2014/main" id="{88C3F3AC-7134-4818-9921-DB16B969A8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4000" y="1800000"/>
            <a:ext cx="4526289" cy="4023368"/>
          </a:xfrm>
          <a:prstGeom prst="rect">
            <a:avLst/>
          </a:prstGeom>
        </p:spPr>
      </p:pic>
      <p:pic>
        <p:nvPicPr>
          <p:cNvPr id="4" name="Picture 3" descr="Chart&#10;&#10;Description automatically generated">
            <a:extLst>
              <a:ext uri="{FF2B5EF4-FFF2-40B4-BE49-F238E27FC236}">
                <a16:creationId xmlns:a16="http://schemas.microsoft.com/office/drawing/2014/main" id="{59F2F5B1-BC3C-45DF-817C-C8E5E336B137}"/>
              </a:ext>
            </a:extLst>
          </p:cNvPr>
          <p:cNvPicPr>
            <a:picLocks noChangeAspect="1"/>
          </p:cNvPicPr>
          <p:nvPr/>
        </p:nvPicPr>
        <p:blipFill rotWithShape="1">
          <a:blip r:embed="rId3">
            <a:extLst>
              <a:ext uri="{28A0092B-C50C-407E-A947-70E740481C1C}">
                <a14:useLocalDpi xmlns:a14="http://schemas.microsoft.com/office/drawing/2010/main" val="0"/>
              </a:ext>
            </a:extLst>
          </a:blip>
          <a:srcRect r="13089"/>
          <a:stretch/>
        </p:blipFill>
        <p:spPr>
          <a:xfrm>
            <a:off x="5210175" y="1800000"/>
            <a:ext cx="3933825" cy="4023368"/>
          </a:xfrm>
          <a:prstGeom prst="rect">
            <a:avLst/>
          </a:prstGeom>
        </p:spPr>
      </p:pic>
      <p:pic>
        <p:nvPicPr>
          <p:cNvPr id="10" name="Picture 9" descr="Chart&#10;&#10;Description automatically generated">
            <a:extLst>
              <a:ext uri="{FF2B5EF4-FFF2-40B4-BE49-F238E27FC236}">
                <a16:creationId xmlns:a16="http://schemas.microsoft.com/office/drawing/2014/main" id="{B7434CC6-7E7B-45C5-B317-3FC372102748}"/>
              </a:ext>
            </a:extLst>
          </p:cNvPr>
          <p:cNvPicPr>
            <a:picLocks noChangeAspect="1"/>
          </p:cNvPicPr>
          <p:nvPr/>
        </p:nvPicPr>
        <p:blipFill rotWithShape="1">
          <a:blip r:embed="rId4">
            <a:extLst>
              <a:ext uri="{28A0092B-C50C-407E-A947-70E740481C1C}">
                <a14:useLocalDpi xmlns:a14="http://schemas.microsoft.com/office/drawing/2010/main" val="0"/>
              </a:ext>
            </a:extLst>
          </a:blip>
          <a:srcRect r="13089"/>
          <a:stretch/>
        </p:blipFill>
        <p:spPr>
          <a:xfrm>
            <a:off x="2209800" y="1800000"/>
            <a:ext cx="3933825" cy="4023368"/>
          </a:xfrm>
          <a:prstGeom prst="rect">
            <a:avLst/>
          </a:prstGeom>
        </p:spPr>
      </p:pic>
      <p:pic>
        <p:nvPicPr>
          <p:cNvPr id="8" name="Picture 7">
            <a:extLst>
              <a:ext uri="{FF2B5EF4-FFF2-40B4-BE49-F238E27FC236}">
                <a16:creationId xmlns:a16="http://schemas.microsoft.com/office/drawing/2014/main" id="{1DA39FBF-384C-4CD0-BD8C-75D4068CED70}"/>
              </a:ext>
            </a:extLst>
          </p:cNvPr>
          <p:cNvPicPr>
            <a:picLocks noChangeAspect="1"/>
          </p:cNvPicPr>
          <p:nvPr/>
        </p:nvPicPr>
        <p:blipFill rotWithShape="1">
          <a:blip r:embed="rId5">
            <a:extLst>
              <a:ext uri="{28A0092B-C50C-407E-A947-70E740481C1C}">
                <a14:useLocalDpi xmlns:a14="http://schemas.microsoft.com/office/drawing/2010/main" val="0"/>
              </a:ext>
            </a:extLst>
          </a:blip>
          <a:srcRect r="13089"/>
          <a:stretch/>
        </p:blipFill>
        <p:spPr>
          <a:xfrm>
            <a:off x="-752400" y="1800000"/>
            <a:ext cx="3933825" cy="4023368"/>
          </a:xfrm>
          <a:prstGeom prst="rect">
            <a:avLst/>
          </a:prstGeom>
        </p:spPr>
      </p:pic>
      <p:sp>
        <p:nvSpPr>
          <p:cNvPr id="18" name="Content Placeholder 16">
            <a:extLst>
              <a:ext uri="{FF2B5EF4-FFF2-40B4-BE49-F238E27FC236}">
                <a16:creationId xmlns:a16="http://schemas.microsoft.com/office/drawing/2014/main" id="{611FB40E-CB8F-4056-8BBD-8D70F07F2A61}"/>
              </a:ext>
            </a:extLst>
          </p:cNvPr>
          <p:cNvSpPr txBox="1">
            <a:spLocks/>
          </p:cNvSpPr>
          <p:nvPr/>
        </p:nvSpPr>
        <p:spPr>
          <a:xfrm>
            <a:off x="695325" y="5918618"/>
            <a:ext cx="5364163" cy="558382"/>
          </a:xfrm>
          <a:prstGeom prst="rect">
            <a:avLst/>
          </a:prstGeom>
        </p:spPr>
        <p:txBody>
          <a:bodyPr/>
          <a:lstStyle>
            <a:lvl1pPr marL="180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1pPr>
            <a:lvl2pPr marL="612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2pPr>
            <a:lvl3pPr marL="1044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3pPr>
            <a:lvl4pPr marL="1476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4pPr>
            <a:lvl5pPr marL="1908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sz="1400" dirty="0"/>
          </a:p>
        </p:txBody>
      </p:sp>
      <p:sp>
        <p:nvSpPr>
          <p:cNvPr id="19" name="Content Placeholder 17">
            <a:extLst>
              <a:ext uri="{FF2B5EF4-FFF2-40B4-BE49-F238E27FC236}">
                <a16:creationId xmlns:a16="http://schemas.microsoft.com/office/drawing/2014/main" id="{E1A2BDCF-CDCE-410F-B769-4DE1200E02B9}"/>
              </a:ext>
            </a:extLst>
          </p:cNvPr>
          <p:cNvSpPr txBox="1">
            <a:spLocks/>
          </p:cNvSpPr>
          <p:nvPr/>
        </p:nvSpPr>
        <p:spPr>
          <a:xfrm>
            <a:off x="6132513" y="5918618"/>
            <a:ext cx="5364161" cy="558382"/>
          </a:xfrm>
          <a:prstGeom prst="rect">
            <a:avLst/>
          </a:prstGeom>
        </p:spPr>
        <p:txBody>
          <a:bodyPr/>
          <a:lstStyle>
            <a:lvl1pPr marL="180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1pPr>
            <a:lvl2pPr marL="612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2pPr>
            <a:lvl3pPr marL="1044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3pPr>
            <a:lvl4pPr marL="1476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4pPr>
            <a:lvl5pPr marL="1908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b-NO" sz="1400" dirty="0"/>
              <a:t>MIR is </a:t>
            </a:r>
            <a:r>
              <a:rPr lang="nb-NO" sz="1400" dirty="0" err="1"/>
              <a:t>detected</a:t>
            </a:r>
            <a:endParaRPr lang="nb-NO" sz="1400" dirty="0"/>
          </a:p>
        </p:txBody>
      </p:sp>
    </p:spTree>
    <p:extLst>
      <p:ext uri="{BB962C8B-B14F-4D97-AF65-F5344CB8AC3E}">
        <p14:creationId xmlns:p14="http://schemas.microsoft.com/office/powerpoint/2010/main" val="1175586279"/>
      </p:ext>
    </p:extLst>
  </p:cSld>
  <p:clrMapOvr>
    <a:masterClrMapping/>
  </p:clrMapOvr>
</p:sld>
</file>

<file path=ppt/theme/theme1.xml><?xml version="1.0" encoding="utf-8"?>
<a:theme xmlns:a="http://schemas.openxmlformats.org/drawingml/2006/main" name="Office-tema">
  <a:themeElements>
    <a:clrScheme name="Custom 6">
      <a:dk1>
        <a:srgbClr val="333333"/>
      </a:dk1>
      <a:lt1>
        <a:srgbClr val="FFFFFF"/>
      </a:lt1>
      <a:dk2>
        <a:srgbClr val="7D0023"/>
      </a:dk2>
      <a:lt2>
        <a:srgbClr val="E0E4E7"/>
      </a:lt2>
      <a:accent1>
        <a:srgbClr val="243746"/>
      </a:accent1>
      <a:accent2>
        <a:srgbClr val="007079"/>
      </a:accent2>
      <a:accent3>
        <a:srgbClr val="D5EAF4"/>
      </a:accent3>
      <a:accent4>
        <a:srgbClr val="E6FAEC"/>
      </a:accent4>
      <a:accent5>
        <a:srgbClr val="FFE7D6"/>
      </a:accent5>
      <a:accent6>
        <a:srgbClr val="FF1243"/>
      </a:accent6>
      <a:hlink>
        <a:srgbClr val="7D0023"/>
      </a:hlink>
      <a:folHlink>
        <a:srgbClr val="7D0023"/>
      </a:folHlink>
    </a:clrScheme>
    <a:fontScheme name="Equinor">
      <a:majorFont>
        <a:latin typeface="Equinor Medium"/>
        <a:ea typeface=""/>
        <a:cs typeface=""/>
      </a:majorFont>
      <a:minorFont>
        <a:latin typeface="Equino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r Internal presentations and PDF Export.potx" id="{1AE95541-1898-4D9C-99A2-4E58D8E6BE67}" vid="{2360C6F5-8008-4751-80D4-64FB974A1F3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Equinor">
      <a:majorFont>
        <a:latin typeface="Equinor Medium"/>
        <a:ea typeface=""/>
        <a:cs typeface=""/>
      </a:majorFont>
      <a:minorFont>
        <a:latin typeface="Equino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r Internal presentations and PDF Export.potx" id="{1AE95541-1898-4D9C-99A2-4E58D8E6BE67}" vid="{1380613B-DC04-462F-8937-561EE79565FB}"/>
    </a:ext>
  </a:extLst>
</a:theme>
</file>

<file path=ppt/theme/theme3.xml><?xml version="1.0" encoding="utf-8"?>
<a:theme xmlns:a="http://schemas.openxmlformats.org/drawingml/2006/main" name="1_Office-tema">
  <a:themeElements>
    <a:clrScheme name="Custom 6">
      <a:dk1>
        <a:srgbClr val="333333"/>
      </a:dk1>
      <a:lt1>
        <a:srgbClr val="FFFFFF"/>
      </a:lt1>
      <a:dk2>
        <a:srgbClr val="7D0023"/>
      </a:dk2>
      <a:lt2>
        <a:srgbClr val="E0E4E7"/>
      </a:lt2>
      <a:accent1>
        <a:srgbClr val="243746"/>
      </a:accent1>
      <a:accent2>
        <a:srgbClr val="007079"/>
      </a:accent2>
      <a:accent3>
        <a:srgbClr val="D5EAF4"/>
      </a:accent3>
      <a:accent4>
        <a:srgbClr val="E6FAEC"/>
      </a:accent4>
      <a:accent5>
        <a:srgbClr val="FFE7D6"/>
      </a:accent5>
      <a:accent6>
        <a:srgbClr val="FF1243"/>
      </a:accent6>
      <a:hlink>
        <a:srgbClr val="7D0023"/>
      </a:hlink>
      <a:folHlink>
        <a:srgbClr val="7D0023"/>
      </a:folHlink>
    </a:clrScheme>
    <a:fontScheme name="Equinor">
      <a:majorFont>
        <a:latin typeface="Equinor Medium"/>
        <a:ea typeface=""/>
        <a:cs typeface=""/>
      </a:majorFont>
      <a:minorFont>
        <a:latin typeface="Equino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r Internal presentations and PDF Export.potx" id="{1AE95541-1898-4D9C-99A2-4E58D8E6BE67}" vid="{2360C6F5-8008-4751-80D4-64FB974A1F3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haredContentType xmlns="Microsoft.SharePoint.Taxonomy.ContentTypeSync" SourceId="02f74cf1-ae9f-400d-bc52-3bcd3a9e177f" ContentTypeId="0x0101" PreviousValue="false"/>
</file>

<file path=customXml/item3.xml><?xml version="1.0" encoding="utf-8"?>
<ct:contentTypeSchema xmlns:ct="http://schemas.microsoft.com/office/2006/metadata/contentType" xmlns:ma="http://schemas.microsoft.com/office/2006/metadata/properties/metaAttributes" ct:_="" ma:_="" ma:contentTypeName="Equinor Document" ma:contentTypeID="0x01010021A623C39873404E8BA89587BD4428B40100E6AC33320459C547B9927844150B8F58" ma:contentTypeVersion="10" ma:contentTypeDescription="Create a new document." ma:contentTypeScope="" ma:versionID="c4f9b13658308e8b7035e416c939c496">
  <xsd:schema xmlns:xsd="http://www.w3.org/2001/XMLSchema" xmlns:xs="http://www.w3.org/2001/XMLSchema" xmlns:p="http://schemas.microsoft.com/office/2006/metadata/properties" xmlns:ns2="3cb55fdd-bd13-43e5-ad82-7bb3422135d9" xmlns:ns3="5b4e24bb-367d-45dc-b637-097f3fb44482" xmlns:ns4="689ffe22-4180-4ad8-9462-045246b9d3d5" targetNamespace="http://schemas.microsoft.com/office/2006/metadata/properties" ma:root="true" ma:fieldsID="2c31accfd58731cce27cb973a87873e6" ns2:_="" ns3:_="" ns4:_="">
    <xsd:import namespace="3cb55fdd-bd13-43e5-ad82-7bb3422135d9"/>
    <xsd:import namespace="5b4e24bb-367d-45dc-b637-097f3fb44482"/>
    <xsd:import namespace="689ffe22-4180-4ad8-9462-045246b9d3d5"/>
    <xsd:element name="properties">
      <xsd:complexType>
        <xsd:sequence>
          <xsd:element name="documentManagement">
            <xsd:complexType>
              <xsd:all>
                <xsd:element ref="ns2:d632f762b19c46329b06e4a329cb5038" minOccurs="0"/>
                <xsd:element ref="ns3:TaxCatchAll" minOccurs="0"/>
                <xsd:element ref="ns3:TaxCatchAllLabel" minOccurs="0"/>
                <xsd:element ref="ns2:mbf6ec96a4d94feeaf76fee4d5d0c80e" minOccurs="0"/>
                <xsd:element ref="ns2:c71f94430ee24530b6af52dc58e8598c" minOccurs="0"/>
                <xsd:element ref="ns2:m9e92212f5fa42fa9b52bc2f3224e0af" minOccurs="0"/>
                <xsd:element ref="ns2:hfb23c77fa4f4618a5f446ac03ac12ab" minOccurs="0"/>
                <xsd:element ref="ns2:g971e9ce8060489b80a056801d36d93d" minOccurs="0"/>
                <xsd:element ref="ns2:b519d5ff8fc64ffea9cb9a4c0b377271" minOccurs="0"/>
                <xsd:element ref="ns2:o6fe11a35735487dac377a215490fa4b" minOccurs="0"/>
                <xsd:element ref="ns2:gd56e2644879487f8da67586944cf0f5"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b55fdd-bd13-43e5-ad82-7bb3422135d9" elementFormDefault="qualified">
    <xsd:import namespace="http://schemas.microsoft.com/office/2006/documentManagement/types"/>
    <xsd:import namespace="http://schemas.microsoft.com/office/infopath/2007/PartnerControls"/>
    <xsd:element name="d632f762b19c46329b06e4a329cb5038" ma:index="8" ma:taxonomy="true" ma:internalName="d632f762b19c46329b06e4a329cb5038" ma:taxonomyFieldName="EIMBusinessArea" ma:displayName="Business Area" ma:default="7;#GLOBAL STRATEGY ＆ BUSINESS DEVELOPMENT (GSB)|8bb26cb8-ee9f-402f-978c-579108784ada" ma:fieldId="{d632f762-b19c-4632-9b06-e4a329cb5038}" ma:sspId="02f74cf1-ae9f-400d-bc52-3bcd3a9e177f" ma:termSetId="a8ca9a86-9113-48ea-8063-579000373f6c" ma:anchorId="00000000-0000-0000-0000-000000000000" ma:open="false" ma:isKeyword="false">
      <xsd:complexType>
        <xsd:sequence>
          <xsd:element ref="pc:Terms" minOccurs="0" maxOccurs="1"/>
        </xsd:sequence>
      </xsd:complexType>
    </xsd:element>
    <xsd:element name="mbf6ec96a4d94feeaf76fee4d5d0c80e" ma:index="12" ma:taxonomy="true" ma:internalName="mbf6ec96a4d94feeaf76fee4d5d0c80e" ma:taxonomyFieldName="EIMCountry" ma:displayName="Country" ma:default="8;#Norway|cd21f0fc-a0f3-48c6-8f36-ae1c60534e37" ma:fieldId="{6bf6ec96-a4d9-4fee-af76-fee4d5d0c80e}" ma:sspId="02f74cf1-ae9f-400d-bc52-3bcd3a9e177f" ma:termSetId="0250f7c1-058f-435e-97fc-c7f58584592f" ma:anchorId="00000000-0000-0000-0000-000000000000" ma:open="false" ma:isKeyword="false">
      <xsd:complexType>
        <xsd:sequence>
          <xsd:element ref="pc:Terms" minOccurs="0" maxOccurs="1"/>
        </xsd:sequence>
      </xsd:complexType>
    </xsd:element>
    <xsd:element name="c71f94430ee24530b6af52dc58e8598c" ma:index="14" ma:taxonomy="true" ma:internalName="c71f94430ee24530b6af52dc58e8598c" ma:taxonomyFieldName="EIMInformationAsset" ma:displayName="Information type" ma:default="11;#Non record|90cacf05-b8a6-4550-939b-1ce95d12ffe4" ma:fieldId="{c71f9443-0ee2-4530-b6af-52dc58e8598c}" ma:sspId="02f74cf1-ae9f-400d-bc52-3bcd3a9e177f" ma:termSetId="b76f03a6-1db7-44cf-ab25-1870b16029af" ma:anchorId="00000000-0000-0000-0000-000000000000" ma:open="false" ma:isKeyword="false">
      <xsd:complexType>
        <xsd:sequence>
          <xsd:element ref="pc:Terms" minOccurs="0" maxOccurs="1"/>
        </xsd:sequence>
      </xsd:complexType>
    </xsd:element>
    <xsd:element name="m9e92212f5fa42fa9b52bc2f3224e0af" ma:index="16" ma:taxonomy="true" ma:internalName="m9e92212f5fa42fa9b52bc2f3224e0af" ma:taxonomyFieldName="EIMLegalEntity" ma:displayName="Legal Entity" ma:default="1;#Equinor ASA|98c35a5d-62b8-4578-be3d-53b9f4deec1f" ma:fieldId="{69e92212-f5fa-42fa-9b52-bc2f3224e0af}" ma:sspId="02f74cf1-ae9f-400d-bc52-3bcd3a9e177f" ma:termSetId="547ebc0c-73a3-4a88-b498-ea2a950fe21d" ma:anchorId="00000000-0000-0000-0000-000000000000" ma:open="false" ma:isKeyword="false">
      <xsd:complexType>
        <xsd:sequence>
          <xsd:element ref="pc:Terms" minOccurs="0" maxOccurs="1"/>
        </xsd:sequence>
      </xsd:complexType>
    </xsd:element>
    <xsd:element name="hfb23c77fa4f4618a5f446ac03ac12ab" ma:index="18" ma:taxonomy="true" ma:internalName="hfb23c77fa4f4618a5f446ac03ac12ab" ma:taxonomyFieldName="EIMProcessArea" ma:displayName="Business capability level 1" ma:default="9;#Exploration (EXPL)|bd7d87db-1921-4dc3-a79a-851a9ecceec9" ma:fieldId="{1fb23c77-fa4f-4618-a5f4-46ac03ac12ab}" ma:sspId="02f74cf1-ae9f-400d-bc52-3bcd3a9e177f" ma:termSetId="041c847a-4248-484c-8e89-6aba1a2f3a53" ma:anchorId="00000000-0000-0000-0000-000000000000" ma:open="false" ma:isKeyword="false">
      <xsd:complexType>
        <xsd:sequence>
          <xsd:element ref="pc:Terms" minOccurs="0" maxOccurs="1"/>
        </xsd:sequence>
      </xsd:complexType>
    </xsd:element>
    <xsd:element name="g971e9ce8060489b80a056801d36d93d" ma:index="20" ma:taxonomy="true" ma:internalName="g971e9ce8060489b80a056801d36d93d" ma:taxonomyFieldName="EIMProcess" ma:displayName="Business capability level 2" ma:default="10;#Not Applicable|b6a69bb1-4da6-4b3a-bc7f-2752c0395156" ma:fieldId="{0971e9ce-8060-489b-80a0-56801d36d93d}" ma:sspId="02f74cf1-ae9f-400d-bc52-3bcd3a9e177f" ma:termSetId="3b80e1d2-5900-412d-b185-fa8652847d19" ma:anchorId="00000000-0000-0000-0000-000000000000" ma:open="false" ma:isKeyword="false">
      <xsd:complexType>
        <xsd:sequence>
          <xsd:element ref="pc:Terms" minOccurs="0" maxOccurs="1"/>
        </xsd:sequence>
      </xsd:complexType>
    </xsd:element>
    <xsd:element name="b519d5ff8fc64ffea9cb9a4c0b377271" ma:index="22" ma:taxonomy="true" ma:internalName="b519d5ff8fc64ffea9cb9a4c0b377271" ma:taxonomyFieldName="EIMSecurityClassification" ma:displayName="Security Classification" ma:default="4;#Internal|3361fef0-33ac-457d-8a1d-df19735ffcb1" ma:fieldId="{b519d5ff-8fc6-4ffe-a9cb-9a4c0b377271}" ma:sspId="02f74cf1-ae9f-400d-bc52-3bcd3a9e177f" ma:termSetId="6586e8a5-4521-47b6-a267-a502c9a77ea2" ma:anchorId="00000000-0000-0000-0000-000000000000" ma:open="false" ma:isKeyword="false">
      <xsd:complexType>
        <xsd:sequence>
          <xsd:element ref="pc:Terms" minOccurs="0" maxOccurs="1"/>
        </xsd:sequence>
      </xsd:complexType>
    </xsd:element>
    <xsd:element name="o6fe11a35735487dac377a215490fa4b" ma:index="24" nillable="true" ma:taxonomy="true" ma:internalName="o6fe11a35735487dac377a215490fa4b" ma:taxonomyFieldName="EIMSource" ma:displayName="Source" ma:default="3;#Office 365|23cc2eaf-b88f-49bf-9aee-2309aadb8846" ma:fieldId="{86fe11a3-5735-487d-ac37-7a215490fa4b}" ma:sspId="02f74cf1-ae9f-400d-bc52-3bcd3a9e177f" ma:termSetId="68f706c4-2129-47d0-b770-1bab961b61be" ma:anchorId="00000000-0000-0000-0000-000000000000" ma:open="false" ma:isKeyword="false">
      <xsd:complexType>
        <xsd:sequence>
          <xsd:element ref="pc:Terms" minOccurs="0" maxOccurs="1"/>
        </xsd:sequence>
      </xsd:complexType>
    </xsd:element>
    <xsd:element name="gd56e2644879487f8da67586944cf0f5" ma:index="26" ma:taxonomy="true" ma:internalName="gd56e2644879487f8da67586944cf0f5" ma:taxonomyFieldName="EIMStatus" ma:displayName="Status" ma:default="2;#Draft|af4d3abd-d88d-48b7-8fea-db9baac9496f" ma:fieldId="{0d56e264-4879-487f-8da6-7586944cf0f5}" ma:sspId="02f74cf1-ae9f-400d-bc52-3bcd3a9e177f" ma:termSetId="ee819452-dde8-4ad2-a8b9-030bdfafa61b"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b4e24bb-367d-45dc-b637-097f3fb44482" elementFormDefault="qualified">
    <xsd:import namespace="http://schemas.microsoft.com/office/2006/documentManagement/types"/>
    <xsd:import namespace="http://schemas.microsoft.com/office/infopath/2007/PartnerControls"/>
    <xsd:element name="TaxCatchAll" ma:index="9" nillable="true" ma:displayName="Taxonomy Catch All Column" ma:hidden="true" ma:list="{8cab5e3d-ab2b-4f99-b6a9-4c7d83446c35}" ma:internalName="TaxCatchAll" ma:showField="CatchAllData" ma:web="3cb55fdd-bd13-43e5-ad82-7bb3422135d9">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8cab5e3d-ab2b-4f99-b6a9-4c7d83446c35}" ma:internalName="TaxCatchAllLabel" ma:readOnly="true" ma:showField="CatchAllDataLabel" ma:web="3cb55fdd-bd13-43e5-ad82-7bb3422135d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89ffe22-4180-4ad8-9462-045246b9d3d5" elementFormDefault="qualified">
    <xsd:import namespace="http://schemas.microsoft.com/office/2006/documentManagement/types"/>
    <xsd:import namespace="http://schemas.microsoft.com/office/infopath/2007/PartnerControls"/>
    <xsd:element name="MediaServiceMetadata" ma:index="28" nillable="true" ma:displayName="MediaServiceMetadata" ma:hidden="true" ma:internalName="MediaServiceMetadata" ma:readOnly="true">
      <xsd:simpleType>
        <xsd:restriction base="dms:Note"/>
      </xsd:simpleType>
    </xsd:element>
    <xsd:element name="MediaServiceFastMetadata" ma:index="29" nillable="true" ma:displayName="MediaServiceFastMetadata" ma:hidden="true" ma:internalName="MediaServiceFastMetadata" ma:readOnly="true">
      <xsd:simpleType>
        <xsd:restriction base="dms:Note"/>
      </xsd:simpleType>
    </xsd:element>
    <xsd:element name="MediaServiceAutoTags" ma:index="30" nillable="true" ma:displayName="Tags" ma:internalName="MediaServiceAutoTags" ma:readOnly="true">
      <xsd:simpleType>
        <xsd:restriction base="dms:Text"/>
      </xsd:simpleType>
    </xsd:element>
    <xsd:element name="MediaServiceOCR" ma:index="31" nillable="true" ma:displayName="Extracted Text" ma:internalName="MediaServiceOCR" ma:readOnly="true">
      <xsd:simpleType>
        <xsd:restriction base="dms:Note">
          <xsd:maxLength value="255"/>
        </xsd:restriction>
      </xsd:simpleType>
    </xsd:element>
    <xsd:element name="MediaServiceGenerationTime" ma:index="32" nillable="true" ma:displayName="MediaServiceGenerationTime" ma:hidden="true" ma:internalName="MediaServiceGenerationTime" ma:readOnly="true">
      <xsd:simpleType>
        <xsd:restriction base="dms:Text"/>
      </xsd:simpleType>
    </xsd:element>
    <xsd:element name="MediaServiceEventHashCode" ma:index="3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g971e9ce8060489b80a056801d36d93d xmlns="3cb55fdd-bd13-43e5-ad82-7bb3422135d9">
      <Terms xmlns="http://schemas.microsoft.com/office/infopath/2007/PartnerControls">
        <TermInfo xmlns="http://schemas.microsoft.com/office/infopath/2007/PartnerControls">
          <TermName xmlns="http://schemas.microsoft.com/office/infopath/2007/PartnerControls">Not Applicable</TermName>
          <TermId xmlns="http://schemas.microsoft.com/office/infopath/2007/PartnerControls">b6a69bb1-4da6-4b3a-bc7f-2752c0395156</TermId>
        </TermInfo>
      </Terms>
    </g971e9ce8060489b80a056801d36d93d>
    <gd56e2644879487f8da67586944cf0f5 xmlns="3cb55fdd-bd13-43e5-ad82-7bb3422135d9">
      <Terms xmlns="http://schemas.microsoft.com/office/infopath/2007/PartnerControls">
        <TermInfo xmlns="http://schemas.microsoft.com/office/infopath/2007/PartnerControls">
          <TermName xmlns="http://schemas.microsoft.com/office/infopath/2007/PartnerControls">Draft</TermName>
          <TermId xmlns="http://schemas.microsoft.com/office/infopath/2007/PartnerControls">af4d3abd-d88d-48b7-8fea-db9baac9496f</TermId>
        </TermInfo>
      </Terms>
    </gd56e2644879487f8da67586944cf0f5>
    <TaxCatchAll xmlns="5b4e24bb-367d-45dc-b637-097f3fb44482">
      <Value>11</Value>
      <Value>10</Value>
      <Value>9</Value>
      <Value>8</Value>
      <Value>7</Value>
      <Value>4</Value>
      <Value>3</Value>
      <Value>2</Value>
      <Value>1</Value>
    </TaxCatchAll>
    <b519d5ff8fc64ffea9cb9a4c0b377271 xmlns="3cb55fdd-bd13-43e5-ad82-7bb3422135d9">
      <Terms xmlns="http://schemas.microsoft.com/office/infopath/2007/PartnerControls">
        <TermInfo xmlns="http://schemas.microsoft.com/office/infopath/2007/PartnerControls">
          <TermName xmlns="http://schemas.microsoft.com/office/infopath/2007/PartnerControls">Internal</TermName>
          <TermId xmlns="http://schemas.microsoft.com/office/infopath/2007/PartnerControls">3361fef0-33ac-457d-8a1d-df19735ffcb1</TermId>
        </TermInfo>
      </Terms>
    </b519d5ff8fc64ffea9cb9a4c0b377271>
    <c71f94430ee24530b6af52dc58e8598c xmlns="3cb55fdd-bd13-43e5-ad82-7bb3422135d9">
      <Terms xmlns="http://schemas.microsoft.com/office/infopath/2007/PartnerControls">
        <TermInfo xmlns="http://schemas.microsoft.com/office/infopath/2007/PartnerControls">
          <TermName xmlns="http://schemas.microsoft.com/office/infopath/2007/PartnerControls">Non record</TermName>
          <TermId xmlns="http://schemas.microsoft.com/office/infopath/2007/PartnerControls">90cacf05-b8a6-4550-939b-1ce95d12ffe4</TermId>
        </TermInfo>
      </Terms>
    </c71f94430ee24530b6af52dc58e8598c>
    <hfb23c77fa4f4618a5f446ac03ac12ab xmlns="3cb55fdd-bd13-43e5-ad82-7bb3422135d9">
      <Terms xmlns="http://schemas.microsoft.com/office/infopath/2007/PartnerControls">
        <TermInfo xmlns="http://schemas.microsoft.com/office/infopath/2007/PartnerControls">
          <TermName xmlns="http://schemas.microsoft.com/office/infopath/2007/PartnerControls">Exploration (EXPL)</TermName>
          <TermId xmlns="http://schemas.microsoft.com/office/infopath/2007/PartnerControls">bd7d87db-1921-4dc3-a79a-851a9ecceec9</TermId>
        </TermInfo>
      </Terms>
    </hfb23c77fa4f4618a5f446ac03ac12ab>
    <o6fe11a35735487dac377a215490fa4b xmlns="3cb55fdd-bd13-43e5-ad82-7bb3422135d9">
      <Terms xmlns="http://schemas.microsoft.com/office/infopath/2007/PartnerControls">
        <TermInfo xmlns="http://schemas.microsoft.com/office/infopath/2007/PartnerControls">
          <TermName xmlns="http://schemas.microsoft.com/office/infopath/2007/PartnerControls">Office 365</TermName>
          <TermId xmlns="http://schemas.microsoft.com/office/infopath/2007/PartnerControls">23cc2eaf-b88f-49bf-9aee-2309aadb8846</TermId>
        </TermInfo>
      </Terms>
    </o6fe11a35735487dac377a215490fa4b>
    <m9e92212f5fa42fa9b52bc2f3224e0af xmlns="3cb55fdd-bd13-43e5-ad82-7bb3422135d9">
      <Terms xmlns="http://schemas.microsoft.com/office/infopath/2007/PartnerControls">
        <TermInfo xmlns="http://schemas.microsoft.com/office/infopath/2007/PartnerControls">
          <TermName xmlns="http://schemas.microsoft.com/office/infopath/2007/PartnerControls">Equinor ASA</TermName>
          <TermId xmlns="http://schemas.microsoft.com/office/infopath/2007/PartnerControls">98c35a5d-62b8-4578-be3d-53b9f4deec1f</TermId>
        </TermInfo>
      </Terms>
    </m9e92212f5fa42fa9b52bc2f3224e0af>
    <d632f762b19c46329b06e4a329cb5038 xmlns="3cb55fdd-bd13-43e5-ad82-7bb3422135d9">
      <Terms xmlns="http://schemas.microsoft.com/office/infopath/2007/PartnerControls">
        <TermInfo xmlns="http://schemas.microsoft.com/office/infopath/2007/PartnerControls">
          <TermName xmlns="http://schemas.microsoft.com/office/infopath/2007/PartnerControls">GLOBAL STRATEGY ＆ BUSINESS DEVELOPMENT (GSB)</TermName>
          <TermId xmlns="http://schemas.microsoft.com/office/infopath/2007/PartnerControls">8bb26cb8-ee9f-402f-978c-579108784ada</TermId>
        </TermInfo>
      </Terms>
    </d632f762b19c46329b06e4a329cb5038>
    <mbf6ec96a4d94feeaf76fee4d5d0c80e xmlns="3cb55fdd-bd13-43e5-ad82-7bb3422135d9">
      <Terms xmlns="http://schemas.microsoft.com/office/infopath/2007/PartnerControls">
        <TermInfo xmlns="http://schemas.microsoft.com/office/infopath/2007/PartnerControls">
          <TermName xmlns="http://schemas.microsoft.com/office/infopath/2007/PartnerControls">Norway</TermName>
          <TermId xmlns="http://schemas.microsoft.com/office/infopath/2007/PartnerControls">cd21f0fc-a0f3-48c6-8f36-ae1c60534e37</TermId>
        </TermInfo>
      </Terms>
    </mbf6ec96a4d94feeaf76fee4d5d0c80e>
  </documentManagement>
</p:properties>
</file>

<file path=customXml/itemProps1.xml><?xml version="1.0" encoding="utf-8"?>
<ds:datastoreItem xmlns:ds="http://schemas.openxmlformats.org/officeDocument/2006/customXml" ds:itemID="{E224C1C1-F963-4E7D-8BBB-A01712DBA859}">
  <ds:schemaRefs>
    <ds:schemaRef ds:uri="http://schemas.microsoft.com/sharepoint/v3/contenttype/forms"/>
  </ds:schemaRefs>
</ds:datastoreItem>
</file>

<file path=customXml/itemProps2.xml><?xml version="1.0" encoding="utf-8"?>
<ds:datastoreItem xmlns:ds="http://schemas.openxmlformats.org/officeDocument/2006/customXml" ds:itemID="{CD08272A-DED6-492F-8730-36FE69696CB0}">
  <ds:schemaRefs>
    <ds:schemaRef ds:uri="Microsoft.SharePoint.Taxonomy.ContentTypeSync"/>
  </ds:schemaRefs>
</ds:datastoreItem>
</file>

<file path=customXml/itemProps3.xml><?xml version="1.0" encoding="utf-8"?>
<ds:datastoreItem xmlns:ds="http://schemas.openxmlformats.org/officeDocument/2006/customXml" ds:itemID="{1C94CE1E-61B2-44B2-8458-DD9351F15F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cb55fdd-bd13-43e5-ad82-7bb3422135d9"/>
    <ds:schemaRef ds:uri="5b4e24bb-367d-45dc-b637-097f3fb44482"/>
    <ds:schemaRef ds:uri="689ffe22-4180-4ad8-9462-045246b9d3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A1C5795B-A8EE-469F-9FC2-9E3C24F0E2C1}">
  <ds:schemaRefs>
    <ds:schemaRef ds:uri="http://schemas.microsoft.com/office/2006/documentManagement/types"/>
    <ds:schemaRef ds:uri="http://schemas.microsoft.com/office/infopath/2007/PartnerControls"/>
    <ds:schemaRef ds:uri="689ffe22-4180-4ad8-9462-045246b9d3d5"/>
    <ds:schemaRef ds:uri="http://purl.org/dc/elements/1.1/"/>
    <ds:schemaRef ds:uri="http://schemas.microsoft.com/office/2006/metadata/properties"/>
    <ds:schemaRef ds:uri="3cb55fdd-bd13-43e5-ad82-7bb3422135d9"/>
    <ds:schemaRef ds:uri="http://purl.org/dc/terms/"/>
    <ds:schemaRef ds:uri="http://schemas.openxmlformats.org/package/2006/metadata/core-properties"/>
    <ds:schemaRef ds:uri="5b4e24bb-367d-45dc-b637-097f3fb44482"/>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For Internal presentations and PDF Export</Template>
  <TotalTime>1126</TotalTime>
  <Words>688</Words>
  <Application>Microsoft Office PowerPoint</Application>
  <PresentationFormat>Widescreen</PresentationFormat>
  <Paragraphs>118</Paragraphs>
  <Slides>24</Slides>
  <Notes>0</Notes>
  <HiddenSlides>8</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24</vt:i4>
      </vt:variant>
    </vt:vector>
  </HeadingPairs>
  <TitlesOfParts>
    <vt:vector size="33" baseType="lpstr">
      <vt:lpstr>Equinor Medium</vt:lpstr>
      <vt:lpstr>Wingdings</vt:lpstr>
      <vt:lpstr>Equinor</vt:lpstr>
      <vt:lpstr>Arial</vt:lpstr>
      <vt:lpstr>Calibri</vt:lpstr>
      <vt:lpstr>Equinor Light</vt:lpstr>
      <vt:lpstr>Office-tema</vt:lpstr>
      <vt:lpstr>Custom Design</vt:lpstr>
      <vt:lpstr>1_Office-tema</vt:lpstr>
      <vt:lpstr>TAG Regional and Local Analysis by Machine Learning</vt:lpstr>
      <vt:lpstr>TAG refraction tomography (Canales et al., 2007)</vt:lpstr>
      <vt:lpstr>TAG refraction tomography (Canales et al., 2007)</vt:lpstr>
      <vt:lpstr>PowerPoint Presentation</vt:lpstr>
      <vt:lpstr>TAG refraction tomography (Canales et al., 2007) – introduction</vt:lpstr>
      <vt:lpstr>TAG refraction tomography (Canales et al., 2007) – conclusions</vt:lpstr>
      <vt:lpstr>TAG regional propectivity evaluation methodology</vt:lpstr>
      <vt:lpstr>ML using  shipborne MBES and EMAG2</vt:lpstr>
      <vt:lpstr>Training sample picks</vt:lpstr>
      <vt:lpstr>MBES, EMAG2 and derived maps (zone 23N)</vt:lpstr>
      <vt:lpstr>Feature correlation heatmap</vt:lpstr>
      <vt:lpstr>PowerPoint Presentation</vt:lpstr>
      <vt:lpstr>MBES, EMAG2 and derived maps zoomed to AUV area</vt:lpstr>
      <vt:lpstr>Zoomed to AUV area</vt:lpstr>
      <vt:lpstr>9 features</vt:lpstr>
      <vt:lpstr>4 features</vt:lpstr>
      <vt:lpstr>3 features</vt:lpstr>
      <vt:lpstr>ML using  AUV data (and shipborne backscatter)</vt:lpstr>
      <vt:lpstr>Feature correlations</vt:lpstr>
      <vt:lpstr>MBES and magnetics from AUV (backscatter from hull)</vt:lpstr>
      <vt:lpstr>AUV area</vt:lpstr>
      <vt:lpstr>9 features</vt:lpstr>
      <vt:lpstr>9 features</vt:lpstr>
      <vt:lpstr>9 features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TAG Regional Analysis</dc:title>
  <dc:creator>Ketil Hokstad</dc:creator>
  <cp:lastModifiedBy>Ketil Hokstad</cp:lastModifiedBy>
  <cp:revision>2</cp:revision>
  <dcterms:created xsi:type="dcterms:W3CDTF">2021-03-03T08:28:52Z</dcterms:created>
  <dcterms:modified xsi:type="dcterms:W3CDTF">2021-03-16T09:41:43Z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
    <vt:lpwstr>Internal</vt:lpwstr>
  </property>
  <property fmtid="{D5CDD505-2E9C-101B-9397-08002B2CF9AE}" pid="3" name="ContentTypeId">
    <vt:lpwstr>0x01010021A623C39873404E8BA89587BD4428B40100E6AC33320459C547B9927844150B8F58</vt:lpwstr>
  </property>
  <property fmtid="{D5CDD505-2E9C-101B-9397-08002B2CF9AE}" pid="4" name="EIMLegalEntity">
    <vt:lpwstr>1;#Equinor ASA|98c35a5d-62b8-4578-be3d-53b9f4deec1f</vt:lpwstr>
  </property>
  <property fmtid="{D5CDD505-2E9C-101B-9397-08002B2CF9AE}" pid="5" name="EIMStatus">
    <vt:lpwstr>2;#Draft|af4d3abd-d88d-48b7-8fea-db9baac9496f</vt:lpwstr>
  </property>
  <property fmtid="{D5CDD505-2E9C-101B-9397-08002B2CF9AE}" pid="6" name="EIMBusinessArea">
    <vt:lpwstr>7;#GLOBAL STRATEGY ＆ BUSINESS DEVELOPMENT (GSB)|8bb26cb8-ee9f-402f-978c-579108784ada</vt:lpwstr>
  </property>
  <property fmtid="{D5CDD505-2E9C-101B-9397-08002B2CF9AE}" pid="7" name="EIMCountry">
    <vt:lpwstr>8;#Norway|cd21f0fc-a0f3-48c6-8f36-ae1c60534e37</vt:lpwstr>
  </property>
  <property fmtid="{D5CDD505-2E9C-101B-9397-08002B2CF9AE}" pid="8" name="EIMSource">
    <vt:lpwstr>3;#Office 365|23cc2eaf-b88f-49bf-9aee-2309aadb8846</vt:lpwstr>
  </property>
  <property fmtid="{D5CDD505-2E9C-101B-9397-08002B2CF9AE}" pid="9" name="EIMSecurityClassification">
    <vt:lpwstr>4;#Internal|3361fef0-33ac-457d-8a1d-df19735ffcb1</vt:lpwstr>
  </property>
  <property fmtid="{D5CDD505-2E9C-101B-9397-08002B2CF9AE}" pid="10" name="EIMProcess">
    <vt:lpwstr>10;#Not Applicable|b6a69bb1-4da6-4b3a-bc7f-2752c0395156</vt:lpwstr>
  </property>
  <property fmtid="{D5CDD505-2E9C-101B-9397-08002B2CF9AE}" pid="11" name="EIMInformationAsset">
    <vt:lpwstr>11;#Non record|90cacf05-b8a6-4550-939b-1ce95d12ffe4</vt:lpwstr>
  </property>
  <property fmtid="{D5CDD505-2E9C-101B-9397-08002B2CF9AE}" pid="12" name="EIMProcessArea">
    <vt:lpwstr>9;#Exploration (EXPL)|bd7d87db-1921-4dc3-a79a-851a9ecceec9</vt:lpwstr>
  </property>
</Properties>
</file>